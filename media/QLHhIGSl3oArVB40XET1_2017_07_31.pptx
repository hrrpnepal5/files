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F01DF-AA2A-4663-97ED-1D4900288616}" type="datetimeFigureOut">
              <a:rPr lang="en-US" smtClean="0"/>
              <a:t>7/21/2017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0BC69-F121-432B-8CE8-45C4ACD01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4" y="6400800"/>
            <a:ext cx="9141619" cy="457200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08479" y="758952"/>
            <a:ext cx="3658283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3600" spc="-38" baseline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10558" y="4455620"/>
            <a:ext cx="3658283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1"/>
                </a:solidFill>
                <a:latin typeface="+mj-lt"/>
              </a:defRPr>
            </a:lvl1pPr>
            <a:lvl2pPr marL="342892" indent="0" algn="ctr">
              <a:buNone/>
              <a:defRPr sz="1800"/>
            </a:lvl2pPr>
            <a:lvl3pPr marL="685783" indent="0" algn="ctr">
              <a:buNone/>
              <a:defRPr sz="1800"/>
            </a:lvl3pPr>
            <a:lvl4pPr marL="1028675" indent="0" algn="ctr">
              <a:buNone/>
              <a:defRPr sz="1500"/>
            </a:lvl4pPr>
            <a:lvl5pPr marL="1371566" indent="0" algn="ctr">
              <a:buNone/>
              <a:defRPr sz="1500"/>
            </a:lvl5pPr>
            <a:lvl6pPr marL="1714457" indent="0" algn="ctr">
              <a:buNone/>
              <a:defRPr sz="1500"/>
            </a:lvl6pPr>
            <a:lvl7pPr marL="2057348" indent="0" algn="ctr">
              <a:buNone/>
              <a:defRPr sz="1500"/>
            </a:lvl7pPr>
            <a:lvl8pPr marL="2400240" indent="0" algn="ctr">
              <a:buNone/>
              <a:defRPr sz="1500"/>
            </a:lvl8pPr>
            <a:lvl9pPr marL="2743132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760561" y="6503850"/>
            <a:ext cx="1351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www.hrrpnepal.org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420471" y="5172503"/>
            <a:ext cx="39426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F5AA5"/>
                </a:solidFill>
              </a:rPr>
              <a:t>Housing Recovery and Reconstruction Platform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572000" y="758957"/>
            <a:ext cx="0" cy="5014051"/>
          </a:xfrm>
          <a:prstGeom prst="line">
            <a:avLst/>
          </a:prstGeom>
          <a:ln>
            <a:solidFill>
              <a:srgbClr val="0F5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45" y="1487306"/>
            <a:ext cx="4077830" cy="296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1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9" y="232016"/>
            <a:ext cx="7543800" cy="1093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876" y="1600071"/>
            <a:ext cx="8573524" cy="456871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3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4" y="6400800"/>
            <a:ext cx="9141619" cy="457200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1"/>
                </a:solidFill>
                <a:latin typeface="+mj-lt"/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91876" y="6503850"/>
            <a:ext cx="1252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341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1401" y="272956"/>
            <a:ext cx="7543800" cy="968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290" y="1381708"/>
            <a:ext cx="3875285" cy="48007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0350" y="1381708"/>
            <a:ext cx="3834344" cy="48007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651155" y="1381708"/>
            <a:ext cx="0" cy="4800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74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49752" y="286607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752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52" y="2582334"/>
            <a:ext cx="3703320" cy="337820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90232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90232" y="2582334"/>
            <a:ext cx="3703320" cy="337820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7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9" y="232016"/>
            <a:ext cx="7543800" cy="10939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3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9" y="232016"/>
            <a:ext cx="7543800" cy="10939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8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3169689"/>
            <a:ext cx="7543800" cy="5469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3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4" y="6400800"/>
            <a:ext cx="9141619" cy="457200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91876" y="6503850"/>
            <a:ext cx="1252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17359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F5AA5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792872" y="6503850"/>
            <a:ext cx="1351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F5AA5"/>
                </a:solidFill>
              </a:rPr>
              <a:t>www.hrrpnepal.org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521" y="233237"/>
            <a:ext cx="1538619" cy="11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8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038093" cy="6858000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487" y="731520"/>
            <a:ext cx="464803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11485" y="6459790"/>
            <a:ext cx="3356424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36381" y="6459790"/>
            <a:ext cx="9474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983783" y="6503850"/>
            <a:ext cx="1160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F5AA5"/>
                </a:solidFill>
              </a:rPr>
              <a:t>www.hrrpnepal.org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521" y="233237"/>
            <a:ext cx="1538619" cy="11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" y="4953000"/>
            <a:ext cx="9141619" cy="1905000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4948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3"/>
            <a:ext cx="7584948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91876" y="6503850"/>
            <a:ext cx="1252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3268925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61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4" y="6400800"/>
            <a:ext cx="9141619" cy="457200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3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414778"/>
            <a:ext cx="5800725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7765576" y="6503850"/>
            <a:ext cx="13784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878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14448"/>
            <a:ext cx="9144000" cy="457200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  <p:sp>
        <p:nvSpPr>
          <p:cNvPr id="9" name="Rectangle 8"/>
          <p:cNvSpPr/>
          <p:nvPr/>
        </p:nvSpPr>
        <p:spPr>
          <a:xfrm>
            <a:off x="2" y="6334316"/>
            <a:ext cx="9144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989" y="259312"/>
            <a:ext cx="7543800" cy="10939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878" y="1600071"/>
            <a:ext cx="8659262" cy="45687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90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0488" y="6459790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683690" y="6503850"/>
            <a:ext cx="14603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www.hrrpnepal.org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521" y="233237"/>
            <a:ext cx="1538619" cy="11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8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82" r:id="rId8"/>
    <p:sldLayoutId id="2147483676" r:id="rId9"/>
    <p:sldLayoutId id="2147483681" r:id="rId10"/>
    <p:sldLayoutId id="2147483677" r:id="rId11"/>
    <p:sldLayoutId id="2147483678" r:id="rId12"/>
    <p:sldLayoutId id="2147483679" r:id="rId13"/>
    <p:sldLayoutId id="2147483680" r:id="rId14"/>
  </p:sldLayoutIdLst>
  <p:hf hdr="0" ftr="0" dt="0"/>
  <p:txStyles>
    <p:titleStyle>
      <a:lvl1pPr algn="l" defTabSz="685783" rtl="0" eaLnBrk="1" latinLnBrk="0" hangingPunct="1">
        <a:lnSpc>
          <a:spcPct val="85000"/>
        </a:lnSpc>
        <a:spcBef>
          <a:spcPct val="0"/>
        </a:spcBef>
        <a:buNone/>
        <a:defRPr sz="3600" b="0" kern="1200" spc="-38" baseline="0">
          <a:solidFill>
            <a:srgbClr val="0F5AA5"/>
          </a:solidFill>
          <a:latin typeface="Georgia" panose="02040502050405020303" pitchFamily="18" charset="0"/>
          <a:ea typeface="+mj-ea"/>
          <a:cs typeface="Helvetica" panose="020B0604020202020204" pitchFamily="34" charset="0"/>
        </a:defRPr>
      </a:lvl1pPr>
    </p:titleStyle>
    <p:bodyStyle>
      <a:lvl1pPr marL="255979" indent="-255979" algn="l" defTabSz="685783" rtl="0" eaLnBrk="1" latinLnBrk="0" hangingPunct="1">
        <a:lnSpc>
          <a:spcPct val="114000"/>
        </a:lnSpc>
        <a:spcBef>
          <a:spcPts val="900"/>
        </a:spcBef>
        <a:spcAft>
          <a:spcPts val="150"/>
        </a:spcAft>
        <a:buClr>
          <a:srgbClr val="0F5AA5"/>
        </a:buClr>
        <a:buSzPct val="100000"/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29806" indent="-173827" algn="l" defTabSz="685783" rtl="0" eaLnBrk="1" latinLnBrk="0" hangingPunct="1">
        <a:lnSpc>
          <a:spcPct val="114000"/>
        </a:lnSpc>
        <a:spcBef>
          <a:spcPts val="150"/>
        </a:spcBef>
        <a:spcAft>
          <a:spcPts val="300"/>
        </a:spcAft>
        <a:buClr>
          <a:srgbClr val="0F5AA5"/>
        </a:buClr>
        <a:buFont typeface="Calibri" pitchFamily="34" charset="0"/>
        <a:buChar char="◦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425186" indent="-137156" algn="l" defTabSz="685783" rtl="0" eaLnBrk="1" latinLnBrk="0" hangingPunct="1">
        <a:lnSpc>
          <a:spcPct val="114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42" indent="-137156" algn="l" defTabSz="685783" rtl="0" eaLnBrk="1" latinLnBrk="0" hangingPunct="1">
        <a:lnSpc>
          <a:spcPct val="114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499" indent="-137156" algn="l" defTabSz="685783" rtl="0" eaLnBrk="1" latinLnBrk="0" hangingPunct="1">
        <a:lnSpc>
          <a:spcPct val="114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980" indent="-171446" algn="l" defTabSz="685783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976" indent="-171446" algn="l" defTabSz="685783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4972" indent="-171446" algn="l" defTabSz="685783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4969" indent="-171446" algn="l" defTabSz="685783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5715" y="666186"/>
            <a:ext cx="4554791" cy="3566160"/>
          </a:xfrm>
        </p:spPr>
        <p:txBody>
          <a:bodyPr/>
          <a:lstStyle/>
          <a:p>
            <a:pPr algn="ctr"/>
            <a:r>
              <a:rPr lang="en-US" dirty="0"/>
              <a:t>General Coordination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Date:     21</a:t>
            </a:r>
            <a:r>
              <a:rPr lang="en-US" baseline="30000" dirty="0"/>
              <a:t>st</a:t>
            </a:r>
            <a:r>
              <a:rPr lang="en-US" dirty="0"/>
              <a:t>.July 2017</a:t>
            </a:r>
          </a:p>
          <a:p>
            <a:r>
              <a:rPr lang="en-US" dirty="0"/>
              <a:t>Venue:  </a:t>
            </a:r>
            <a:r>
              <a:rPr lang="en-US" dirty="0" err="1"/>
              <a:t>nra</a:t>
            </a:r>
            <a:r>
              <a:rPr lang="en-US" dirty="0"/>
              <a:t> meeting hall </a:t>
            </a:r>
            <a:r>
              <a:rPr lang="en-US" dirty="0" err="1"/>
              <a:t>Simpani</a:t>
            </a:r>
            <a:r>
              <a:rPr lang="en-US" dirty="0"/>
              <a:t>, </a:t>
            </a:r>
            <a:r>
              <a:rPr lang="en-US" dirty="0" err="1"/>
              <a:t>Charikot</a:t>
            </a:r>
            <a:r>
              <a:rPr lang="en-US" dirty="0"/>
              <a:t>, Dolakha</a:t>
            </a:r>
          </a:p>
        </p:txBody>
      </p:sp>
    </p:spTree>
    <p:extLst>
      <p:ext uri="{BB962C8B-B14F-4D97-AF65-F5344CB8AC3E}">
        <p14:creationId xmlns:p14="http://schemas.microsoft.com/office/powerpoint/2010/main" val="76943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·  Action plan and update of POs</a:t>
            </a:r>
          </a:p>
          <a:p>
            <a:r>
              <a:rPr lang="en-US" dirty="0"/>
              <a:t>·  Gaps and Advocacy in Dolakha</a:t>
            </a:r>
          </a:p>
          <a:p>
            <a:r>
              <a:rPr lang="en-US" dirty="0"/>
              <a:t>·  </a:t>
            </a:r>
            <a:r>
              <a:rPr lang="en-US" dirty="0" err="1"/>
              <a:t>Enrollement</a:t>
            </a:r>
            <a:r>
              <a:rPr lang="en-US" dirty="0"/>
              <a:t> Updates/ Grievances Updates/ resettlement updates- 	DLPIU- </a:t>
            </a:r>
            <a:r>
              <a:rPr lang="en-US" dirty="0" err="1"/>
              <a:t>MoFALD</a:t>
            </a:r>
            <a:endParaRPr lang="en-US" dirty="0"/>
          </a:p>
          <a:p>
            <a:r>
              <a:rPr lang="en-US" dirty="0"/>
              <a:t>·  Message from Department of Water Supply and Sanitation</a:t>
            </a:r>
          </a:p>
          <a:p>
            <a:r>
              <a:rPr lang="en-US" dirty="0"/>
              <a:t>·  Message from DLPIU- Education</a:t>
            </a:r>
          </a:p>
          <a:p>
            <a:r>
              <a:rPr lang="en-US" dirty="0"/>
              <a:t>·  Message from DLPIU- </a:t>
            </a:r>
            <a:r>
              <a:rPr lang="en-US" dirty="0" err="1"/>
              <a:t>MoUD</a:t>
            </a:r>
            <a:endParaRPr lang="en-US" dirty="0"/>
          </a:p>
          <a:p>
            <a:r>
              <a:rPr lang="en-US" dirty="0"/>
              <a:t>·  Recommendation/ Policy Updates from Government NRA</a:t>
            </a:r>
          </a:p>
          <a:p>
            <a:r>
              <a:rPr lang="en-US" dirty="0"/>
              <a:t>·  AOB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0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0488" y="1844472"/>
            <a:ext cx="7543800" cy="54695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Action plan and update of POs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70488" y="410817"/>
            <a:ext cx="564430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-38" dirty="0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rPr>
              <a:t>Gaps and Advocacy in Dolakha</a:t>
            </a:r>
          </a:p>
          <a:p>
            <a:endParaRPr lang="en-US" dirty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009834"/>
              </p:ext>
            </p:extLst>
          </p:nvPr>
        </p:nvGraphicFramePr>
        <p:xfrm>
          <a:off x="339500" y="1307034"/>
          <a:ext cx="8499698" cy="4961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832">
                  <a:extLst>
                    <a:ext uri="{9D8B030D-6E8A-4147-A177-3AD203B41FA5}">
                      <a16:colId xmlns:a16="http://schemas.microsoft.com/office/drawing/2014/main" val="3607064231"/>
                    </a:ext>
                  </a:extLst>
                </a:gridCol>
                <a:gridCol w="1892021">
                  <a:extLst>
                    <a:ext uri="{9D8B030D-6E8A-4147-A177-3AD203B41FA5}">
                      <a16:colId xmlns:a16="http://schemas.microsoft.com/office/drawing/2014/main" val="2572572337"/>
                    </a:ext>
                  </a:extLst>
                </a:gridCol>
                <a:gridCol w="1125803">
                  <a:extLst>
                    <a:ext uri="{9D8B030D-6E8A-4147-A177-3AD203B41FA5}">
                      <a16:colId xmlns:a16="http://schemas.microsoft.com/office/drawing/2014/main" val="131820325"/>
                    </a:ext>
                  </a:extLst>
                </a:gridCol>
                <a:gridCol w="3276042">
                  <a:extLst>
                    <a:ext uri="{9D8B030D-6E8A-4147-A177-3AD203B41FA5}">
                      <a16:colId xmlns:a16="http://schemas.microsoft.com/office/drawing/2014/main" val="2119792306"/>
                    </a:ext>
                  </a:extLst>
                </a:gridCol>
              </a:tblGrid>
              <a:tr h="525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Activity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Total VDC Covered/Gap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Total Reached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Organization Involved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58183867"/>
                  </a:ext>
                </a:extLst>
              </a:tr>
              <a:tr h="7541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Reconstruction Orientation to HHs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13/37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3,988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CA, HURADEC, CARITAS-L, Pourakhi, IOM, CWIN-TUKI, UNHABITAT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9891204"/>
                  </a:ext>
                </a:extLst>
              </a:tr>
              <a:tr h="525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Demonstration Construction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16/34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1" u="none" strike="noStrike" dirty="0">
                          <a:effectLst/>
                        </a:rPr>
                        <a:t>21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CA, CEEPAARD, HURADEC, NRCS, NSET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41069587"/>
                  </a:ext>
                </a:extLst>
              </a:tr>
              <a:tr h="3155290">
                <a:tc>
                  <a:txBody>
                    <a:bodyPr/>
                    <a:lstStyle/>
                    <a:p>
                      <a:pPr algn="ctr" fontAlgn="t"/>
                      <a:endParaRPr lang="en-US" sz="1700" u="none" strike="noStrike" dirty="0">
                        <a:effectLst/>
                      </a:endParaRPr>
                    </a:p>
                    <a:p>
                      <a:pPr algn="ctr" fontAlgn="t"/>
                      <a:endParaRPr lang="en-US" sz="1700" u="none" strike="noStrike" dirty="0">
                        <a:effectLst/>
                      </a:endParaRPr>
                    </a:p>
                    <a:p>
                      <a:pPr algn="ctr" fontAlgn="t"/>
                      <a:endParaRPr lang="en-US" sz="1700" u="none" strike="noStrike" dirty="0">
                        <a:effectLst/>
                      </a:endParaRPr>
                    </a:p>
                    <a:p>
                      <a:pPr algn="ctr" fontAlgn="t"/>
                      <a:endParaRPr lang="en-US" sz="1700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en-US" sz="1700" u="none" strike="noStrike" dirty="0">
                          <a:effectLst/>
                        </a:rPr>
                        <a:t>Mason Training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u="none" strike="noStrike" dirty="0">
                          <a:effectLst/>
                        </a:rPr>
                        <a:t>42/8</a:t>
                      </a:r>
                    </a:p>
                    <a:p>
                      <a:pPr algn="l" fontAlgn="t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t"/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 VDCs:</a:t>
                      </a:r>
                    </a:p>
                    <a:p>
                      <a:pPr algn="l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Bhedapu</a:t>
                      </a:r>
                    </a:p>
                    <a:p>
                      <a:pPr algn="l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Boch</a:t>
                      </a:r>
                    </a:p>
                    <a:p>
                      <a:pPr algn="l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Dadakharka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Kalinchok</a:t>
                      </a:r>
                    </a:p>
                    <a:p>
                      <a:pPr algn="l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Khare</a:t>
                      </a:r>
                    </a:p>
                    <a:p>
                      <a:pPr algn="l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Mirge</a:t>
                      </a:r>
                    </a:p>
                    <a:p>
                      <a:pPr algn="l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Pawati</a:t>
                      </a:r>
                    </a:p>
                    <a:p>
                      <a:pPr algn="l" fontAlgn="t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u="none" strike="noStrike" dirty="0">
                          <a:effectLst/>
                        </a:rPr>
                        <a:t>3,700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AA,ECARDS,Brot,RRN,CA,CEEPAARD,HURADEC,CARITAS-L,Pourakhi,CARITAS-N,CW,ECARDS,GAN,CEEPAARD,GON - DUDBC,GON - DLPIU,GON - PAF,REDC,HELVETAS,AFD,CS,KITES,IOM,REDR-I,LWF,HURADEC,MC,REDC,NRCS,NSET,PLAN,SCI,RDTA,SOS,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1836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89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69674" y="1195114"/>
            <a:ext cx="7543800" cy="546958"/>
          </a:xfrm>
        </p:spPr>
        <p:txBody>
          <a:bodyPr>
            <a:normAutofit fontScale="90000"/>
          </a:bodyPr>
          <a:lstStyle/>
          <a:p>
            <a:r>
              <a:rPr lang="en-US" dirty="0"/>
              <a:t>Updates – DLPIU </a:t>
            </a:r>
            <a:r>
              <a:rPr lang="en-US" dirty="0" err="1"/>
              <a:t>MoFALD</a:t>
            </a:r>
            <a:r>
              <a:rPr 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9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53918" y="1405617"/>
            <a:ext cx="7543800" cy="546958"/>
          </a:xfrm>
        </p:spPr>
        <p:txBody>
          <a:bodyPr>
            <a:normAutofit fontScale="90000"/>
          </a:bodyPr>
          <a:lstStyle/>
          <a:p>
            <a:r>
              <a:rPr lang="en-US" dirty="0"/>
              <a:t>Messages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9377" y="2603465"/>
            <a:ext cx="856535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pc="-38" dirty="0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rPr>
              <a:t>Department of Water Supply and Sanitation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spc="-38" dirty="0">
              <a:solidFill>
                <a:srgbClr val="0F5AA5"/>
              </a:solidFill>
              <a:latin typeface="Georgia" panose="02040502050405020303" pitchFamily="18" charset="0"/>
              <a:ea typeface="+mj-ea"/>
              <a:cs typeface="Helvetica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pc="-38" dirty="0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rPr>
              <a:t>DLPIU- Education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spc="-38" dirty="0">
              <a:solidFill>
                <a:srgbClr val="0F5AA5"/>
              </a:solidFill>
              <a:latin typeface="Georgia" panose="02040502050405020303" pitchFamily="18" charset="0"/>
              <a:ea typeface="+mj-ea"/>
              <a:cs typeface="Helvetica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pc="-38" dirty="0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rPr>
              <a:t>DLPIU- </a:t>
            </a:r>
            <a:r>
              <a:rPr lang="en-US" sz="3200" spc="-38" dirty="0" err="1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rPr>
              <a:t>MoUD</a:t>
            </a:r>
            <a:endParaRPr lang="en-US" sz="3200" spc="-38" dirty="0">
              <a:solidFill>
                <a:srgbClr val="0F5AA5"/>
              </a:solidFill>
              <a:latin typeface="Georgia" panose="02040502050405020303" pitchFamily="18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98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96" y="1420402"/>
            <a:ext cx="7543800" cy="546958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 / Policy Update – NRA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65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 !!!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500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RRP Presentation Template V2 - Standard" id="{40A4489A-D667-49FA-B49A-5D8AD57F5C0F}" vid="{8223E1D8-2CA1-49D3-B1D0-3453852BE9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20170615_HRRP Presentation Template V2 - Standard</Template>
  <TotalTime>158</TotalTime>
  <Words>193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Helvetica</vt:lpstr>
      <vt:lpstr>Wingdings</vt:lpstr>
      <vt:lpstr>Retrospect</vt:lpstr>
      <vt:lpstr>General Coordination Meeting</vt:lpstr>
      <vt:lpstr>Agenda</vt:lpstr>
      <vt:lpstr>Action plan and update of POs </vt:lpstr>
      <vt:lpstr>PowerPoint Presentation</vt:lpstr>
      <vt:lpstr>Updates – DLPIU MoFALD </vt:lpstr>
      <vt:lpstr>Messages  </vt:lpstr>
      <vt:lpstr>Recommendation / Policy Update – NRA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Coordination Meeting</dc:title>
  <dc:creator>Phuyal, Roshan</dc:creator>
  <cp:lastModifiedBy>Phuyal, Roshan</cp:lastModifiedBy>
  <cp:revision>11</cp:revision>
  <dcterms:created xsi:type="dcterms:W3CDTF">2017-07-20T08:15:33Z</dcterms:created>
  <dcterms:modified xsi:type="dcterms:W3CDTF">2017-07-21T05:06:54Z</dcterms:modified>
</cp:coreProperties>
</file>
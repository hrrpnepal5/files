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257" r:id="rId3"/>
    <p:sldId id="412" r:id="rId4"/>
    <p:sldId id="258" r:id="rId5"/>
    <p:sldId id="315" r:id="rId6"/>
    <p:sldId id="316" r:id="rId7"/>
    <p:sldId id="317" r:id="rId8"/>
    <p:sldId id="376" r:id="rId9"/>
    <p:sldId id="377" r:id="rId10"/>
    <p:sldId id="378" r:id="rId11"/>
    <p:sldId id="373" r:id="rId12"/>
    <p:sldId id="374" r:id="rId13"/>
    <p:sldId id="307" r:id="rId14"/>
    <p:sldId id="265" r:id="rId15"/>
    <p:sldId id="312" r:id="rId16"/>
    <p:sldId id="381" r:id="rId17"/>
    <p:sldId id="313" r:id="rId18"/>
    <p:sldId id="411" r:id="rId19"/>
    <p:sldId id="314" r:id="rId20"/>
    <p:sldId id="321" r:id="rId21"/>
    <p:sldId id="322" r:id="rId22"/>
    <p:sldId id="323" r:id="rId23"/>
    <p:sldId id="326" r:id="rId24"/>
    <p:sldId id="328" r:id="rId25"/>
    <p:sldId id="329" r:id="rId26"/>
    <p:sldId id="360" r:id="rId27"/>
    <p:sldId id="363" r:id="rId28"/>
    <p:sldId id="364" r:id="rId29"/>
    <p:sldId id="403" r:id="rId30"/>
    <p:sldId id="368" r:id="rId31"/>
    <p:sldId id="371" r:id="rId32"/>
    <p:sldId id="372" r:id="rId33"/>
    <p:sldId id="388" r:id="rId34"/>
    <p:sldId id="389" r:id="rId35"/>
    <p:sldId id="391" r:id="rId36"/>
    <p:sldId id="390" r:id="rId37"/>
    <p:sldId id="392" r:id="rId38"/>
    <p:sldId id="393" r:id="rId39"/>
    <p:sldId id="394" r:id="rId40"/>
    <p:sldId id="395" r:id="rId41"/>
    <p:sldId id="398" r:id="rId42"/>
    <p:sldId id="399" r:id="rId43"/>
    <p:sldId id="400" r:id="rId44"/>
    <p:sldId id="413" r:id="rId45"/>
    <p:sldId id="404" r:id="rId46"/>
    <p:sldId id="405" r:id="rId47"/>
    <p:sldId id="406" r:id="rId48"/>
    <p:sldId id="408" r:id="rId49"/>
    <p:sldId id="409" r:id="rId50"/>
    <p:sldId id="4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hi Shikha" initials="JS" lastIdx="5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720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5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8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7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3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8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0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9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7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8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CF12-3B22-4F2F-8B53-84B71DBB941F}" type="datetimeFigureOut">
              <a:rPr lang="en-US" smtClean="0"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615D9-8D4E-41CE-91A6-DDB675B17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4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4683" y="492374"/>
            <a:ext cx="6764055" cy="1048328"/>
          </a:xfrm>
        </p:spPr>
        <p:txBody>
          <a:bodyPr>
            <a:normAutofit/>
          </a:bodyPr>
          <a:lstStyle/>
          <a:p>
            <a:pPr algn="ctr"/>
            <a:r>
              <a:rPr lang="en-US" smtClean="0">
                <a:solidFill>
                  <a:srgbClr val="FF0066"/>
                </a:solidFill>
                <a:latin typeface="Preeti" pitchFamily="2" charset="0"/>
              </a:rPr>
              <a:t>dof{lbt / cfTdlge{/ hLjg</a:t>
            </a:r>
            <a:endParaRPr lang="en-US" dirty="0">
              <a:solidFill>
                <a:srgbClr val="FF0066"/>
              </a:solidFill>
              <a:latin typeface="Preeti" pitchFamily="2" charset="0"/>
            </a:endParaRPr>
          </a:p>
        </p:txBody>
      </p:sp>
      <p:pic>
        <p:nvPicPr>
          <p:cNvPr id="3" name="Picture 4" descr="PIN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493" y="4090238"/>
            <a:ext cx="1270304" cy="1280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352" y="4069536"/>
            <a:ext cx="1873483" cy="140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257" y="2102660"/>
            <a:ext cx="6176530" cy="177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389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880" y="1959429"/>
            <a:ext cx="10515600" cy="262708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 smtClean="0">
                <a:latin typeface="Preeti" pitchFamily="2" charset="0"/>
              </a:rPr>
              <a:t>hf</a:t>
            </a:r>
            <a:r>
              <a:rPr lang="en-US" sz="5400" b="1" dirty="0" smtClean="0">
                <a:latin typeface="Preeti" pitchFamily="2" charset="0"/>
              </a:rPr>
              <a:t>]</a:t>
            </a:r>
            <a:r>
              <a:rPr lang="en-US" sz="5400" b="1" dirty="0" err="1" smtClean="0">
                <a:latin typeface="Preeti" pitchFamily="2" charset="0"/>
              </a:rPr>
              <a:t>lvdo'Qm</a:t>
            </a:r>
            <a:r>
              <a:rPr lang="en-US" sz="5400" b="1" dirty="0" smtClean="0">
                <a:latin typeface="Preeti" pitchFamily="2" charset="0"/>
              </a:rPr>
              <a:t> j:tL </a:t>
            </a:r>
            <a:r>
              <a:rPr lang="en-US" sz="5400" b="1" dirty="0">
                <a:latin typeface="Preeti" pitchFamily="2" charset="0"/>
              </a:rPr>
              <a:t>:</a:t>
            </a:r>
            <a:r>
              <a:rPr lang="en-US" sz="5400" b="1" dirty="0" err="1">
                <a:latin typeface="Preeti" pitchFamily="2" charset="0"/>
              </a:rPr>
              <a:t>yfgfGt</a:t>
            </a:r>
            <a:r>
              <a:rPr lang="en-US" sz="5400" b="1" dirty="0">
                <a:latin typeface="Preeti" pitchFamily="2" charset="0"/>
              </a:rPr>
              <a:t>/0f </a:t>
            </a:r>
            <a:r>
              <a:rPr lang="en-US" sz="5400" b="1" err="1">
                <a:latin typeface="Preeti" pitchFamily="2" charset="0"/>
              </a:rPr>
              <a:t>tyf</a:t>
            </a:r>
            <a:r>
              <a:rPr lang="en-US" sz="5400" b="1">
                <a:latin typeface="Preeti" pitchFamily="2" charset="0"/>
              </a:rPr>
              <a:t> </a:t>
            </a:r>
            <a:r>
              <a:rPr lang="en-US" sz="5400" b="1" smtClean="0">
                <a:latin typeface="Preeti" pitchFamily="2" charset="0"/>
              </a:rPr>
              <a:t>k'g:yf{kgfsf] nflu ;xsfo{</a:t>
            </a:r>
            <a:r>
              <a:rPr lang="en-US" sz="4800" dirty="0"/>
              <a:t/>
            </a:r>
            <a:br>
              <a:rPr lang="en-US" sz="4800" dirty="0"/>
            </a:br>
            <a:endParaRPr lang="en-US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46" y="580007"/>
            <a:ext cx="1385920" cy="1359526"/>
          </a:xfrm>
          <a:prstGeom prst="rect">
            <a:avLst/>
          </a:prstGeom>
        </p:spPr>
      </p:pic>
      <p:pic>
        <p:nvPicPr>
          <p:cNvPr id="4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242" y="621106"/>
            <a:ext cx="1270304" cy="1280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34884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6979" y="1856096"/>
            <a:ext cx="10768084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Preeti" pitchFamily="2" charset="0"/>
              </a:rPr>
              <a:t>sfo{qmdsf] gfd</a:t>
            </a:r>
            <a:r>
              <a:rPr lang="en-US" sz="3200">
                <a:latin typeface="Preeti" pitchFamily="2" charset="0"/>
              </a:rPr>
              <a:t> M </a:t>
            </a:r>
            <a:r>
              <a:rPr lang="en-US" sz="3200" smtClean="0">
                <a:latin typeface="Preeti" pitchFamily="2" charset="0"/>
              </a:rPr>
              <a:t>lbuf] ;dfwfg -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Durable Soluation</a:t>
            </a:r>
            <a:r>
              <a:rPr lang="en-US" sz="3200" smtClean="0">
                <a:latin typeface="Preeti" pitchFamily="2" charset="0"/>
              </a:rPr>
              <a:t>_</a:t>
            </a:r>
            <a:r>
              <a:rPr lang="en-US" sz="3200">
                <a:latin typeface="Preeti" pitchFamily="2" charset="0"/>
              </a:rPr>
              <a:t/>
            </a:r>
            <a:br>
              <a:rPr lang="en-US" sz="3200">
                <a:latin typeface="Preeti" pitchFamily="2" charset="0"/>
              </a:rPr>
            </a:br>
            <a:r>
              <a:rPr lang="en-US" sz="3200" b="1" smtClean="0">
                <a:latin typeface="Preeti" pitchFamily="2" charset="0"/>
              </a:rPr>
              <a:t>;xof]u</a:t>
            </a:r>
            <a:r>
              <a:rPr lang="en-US" sz="3200" smtClean="0">
                <a:latin typeface="Preeti" pitchFamily="2" charset="0"/>
              </a:rPr>
              <a:t> M g]kfnl:yt a]nfotL ;xof]u lgof]u -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DFID</a:t>
            </a:r>
            <a:r>
              <a:rPr lang="en-US" sz="3200" smtClean="0">
                <a:latin typeface="Preeti" pitchFamily="2" charset="0"/>
              </a:rPr>
              <a:t>_</a:t>
            </a:r>
          </a:p>
          <a:p>
            <a:r>
              <a:rPr lang="en-US" sz="3200" b="1" smtClean="0">
                <a:latin typeface="Preeti" pitchFamily="2" charset="0"/>
              </a:rPr>
              <a:t>;xsfo</a:t>
            </a:r>
            <a:r>
              <a:rPr lang="en-US" sz="3200" smtClean="0">
                <a:latin typeface="Preeti" pitchFamily="2" charset="0"/>
              </a:rPr>
              <a:t>{ M /fli6«o k'glg{df{0f k|flws/0f</a:t>
            </a:r>
          </a:p>
          <a:p>
            <a:r>
              <a:rPr lang="en-US" sz="3200" b="1" smtClean="0">
                <a:latin typeface="Preeti" pitchFamily="2" charset="0"/>
              </a:rPr>
              <a:t>sfof{Gjog</a:t>
            </a:r>
            <a:r>
              <a:rPr lang="en-US" sz="3200" smtClean="0">
                <a:latin typeface="Preeti" pitchFamily="2" charset="0"/>
              </a:rPr>
              <a:t> M lkk'n Og lg8 </a:t>
            </a:r>
            <a:r>
              <a:rPr lang="en-US" sz="4000" smtClean="0">
                <a:latin typeface="Preeti" pitchFamily="2" charset="0"/>
              </a:rPr>
              <a:t>-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en-US" sz="4000" smtClean="0">
                <a:latin typeface="Preeti" pitchFamily="2" charset="0"/>
              </a:rPr>
              <a:t>_</a:t>
            </a:r>
            <a:r>
              <a:rPr lang="en-US" sz="3200" smtClean="0">
                <a:latin typeface="Preeti" pitchFamily="2" charset="0"/>
              </a:rPr>
              <a:t> / ;fd'bflos cfTdlge{/ ;]jf s]Gb| -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CSRC</a:t>
            </a:r>
            <a:r>
              <a:rPr lang="en-US" sz="3200" smtClean="0">
                <a:latin typeface="Preeti" pitchFamily="2" charset="0"/>
              </a:rPr>
              <a:t>_</a:t>
            </a:r>
            <a:r>
              <a:rPr lang="en-US" sz="3200">
                <a:latin typeface="Preeti" pitchFamily="2" charset="0"/>
              </a:rPr>
              <a:t/>
            </a:r>
            <a:br>
              <a:rPr lang="en-US" sz="3200">
                <a:latin typeface="Preeti" pitchFamily="2" charset="0"/>
              </a:rPr>
            </a:br>
            <a:r>
              <a:rPr lang="en-US" sz="3200" b="1" smtClean="0">
                <a:latin typeface="Preeti" pitchFamily="2" charset="0"/>
              </a:rPr>
              <a:t>kl/of]hgfsf] cjlw M </a:t>
            </a:r>
            <a:r>
              <a:rPr lang="en-US" sz="3200" smtClean="0">
                <a:latin typeface="Preeti" pitchFamily="2" charset="0"/>
              </a:rPr>
              <a:t>dfr{, @)!* b]lv km]a|'j/L, @)@) ;Dd</a:t>
            </a:r>
          </a:p>
          <a:p>
            <a:r>
              <a:rPr lang="en-US" sz="3200" b="1" smtClean="0">
                <a:latin typeface="Preeti" pitchFamily="2" charset="0"/>
              </a:rPr>
              <a:t>sfo{If]q</a:t>
            </a:r>
            <a:r>
              <a:rPr lang="en-US" sz="3200" smtClean="0">
                <a:latin typeface="Preeti" pitchFamily="2" charset="0"/>
              </a:rPr>
              <a:t> M /;'jfnufot e"sDk k|efljt #! lhNnf</a:t>
            </a:r>
          </a:p>
          <a:p>
            <a:r>
              <a:rPr lang="en-US" sz="3200" b="1" smtClean="0">
                <a:latin typeface="Preeti" pitchFamily="2" charset="0"/>
              </a:rPr>
              <a:t>p2]Zo</a:t>
            </a:r>
            <a:r>
              <a:rPr lang="en-US" sz="3200" smtClean="0">
                <a:latin typeface="Preeti" pitchFamily="2" charset="0"/>
              </a:rPr>
              <a:t> M e"sDkaf6 k|efljt ePsf hf]vLdo'Qm If]qsf 3/w'/L / ;'s'daf;L kl/jf/nfO{ :j]lR5s k'gjf{;sf] nflu cfjZos ;xof]u / ;xhLs/0f ug{] . </a:t>
            </a:r>
            <a:br>
              <a:rPr lang="en-US" sz="3200" smtClean="0">
                <a:latin typeface="Preeti" pitchFamily="2" charset="0"/>
              </a:rPr>
            </a:br>
            <a:r>
              <a:rPr lang="en-US" sz="3200" smtClean="0">
                <a:latin typeface="Preeti" pitchFamily="2" charset="0"/>
              </a:rPr>
              <a:t/>
            </a:r>
            <a:br>
              <a:rPr lang="en-US" sz="3200" smtClean="0">
                <a:latin typeface="Preeti" pitchFamily="2" charset="0"/>
              </a:rPr>
            </a:br>
            <a:r>
              <a:rPr lang="en-US" sz="3200" smtClean="0">
                <a:latin typeface="Preeti" pitchFamily="2" charset="0"/>
              </a:rPr>
              <a:t/>
            </a:r>
            <a:br>
              <a:rPr lang="en-US" sz="3200" smtClean="0">
                <a:latin typeface="Preeti" pitchFamily="2" charset="0"/>
              </a:rPr>
            </a:br>
            <a:r>
              <a:rPr lang="en-US" sz="3200" smtClean="0">
                <a:latin typeface="Preeti" pitchFamily="2" charset="0"/>
              </a:rPr>
              <a:t/>
            </a:r>
            <a:br>
              <a:rPr lang="en-US" sz="3200" smtClean="0">
                <a:latin typeface="Preeti" pitchFamily="2" charset="0"/>
              </a:rPr>
            </a:br>
            <a:r>
              <a:rPr lang="en-US" sz="3200" smtClean="0">
                <a:latin typeface="Preeti" pitchFamily="2" charset="0"/>
              </a:rPr>
              <a:t/>
            </a:r>
            <a:br>
              <a:rPr lang="en-US" sz="3200" smtClean="0">
                <a:latin typeface="Preeti" pitchFamily="2" charset="0"/>
              </a:rPr>
            </a:b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9781924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892"/>
            <a:ext cx="10515600" cy="1855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000" b="1" dirty="0" smtClean="0">
                <a:latin typeface="Preeti" pitchFamily="2" charset="0"/>
              </a:rPr>
              <a:t/>
            </a:r>
            <a:br>
              <a:rPr lang="en-US" sz="5000" b="1" dirty="0" smtClean="0">
                <a:latin typeface="Preeti" pitchFamily="2" charset="0"/>
              </a:rPr>
            </a:br>
            <a:r>
              <a:rPr lang="en-US" sz="5000" b="1" dirty="0" smtClean="0">
                <a:latin typeface="Preeti" pitchFamily="2" charset="0"/>
              </a:rPr>
              <a:t/>
            </a:r>
            <a:br>
              <a:rPr lang="en-US" sz="5000" b="1" dirty="0" smtClean="0">
                <a:latin typeface="Preeti" pitchFamily="2" charset="0"/>
              </a:rPr>
            </a:br>
            <a:r>
              <a:rPr lang="en-US" sz="5000" b="1" dirty="0" err="1" smtClean="0">
                <a:latin typeface="Preeti" pitchFamily="2" charset="0"/>
              </a:rPr>
              <a:t>ef</a:t>
            </a:r>
            <a:r>
              <a:rPr lang="en-US" sz="5000" b="1" dirty="0" smtClean="0">
                <a:latin typeface="Preeti" pitchFamily="2" charset="0"/>
              </a:rPr>
              <a:t>}</a:t>
            </a:r>
            <a:r>
              <a:rPr lang="en-US" sz="5000" b="1" dirty="0" err="1" smtClean="0">
                <a:latin typeface="Preeti" pitchFamily="2" charset="0"/>
              </a:rPr>
              <a:t>ule</a:t>
            </a:r>
            <a:r>
              <a:rPr lang="en-US" sz="5000" b="1" dirty="0" smtClean="0">
                <a:latin typeface="Preeti" pitchFamily="2" charset="0"/>
              </a:rPr>
              <a:t>{s </a:t>
            </a:r>
            <a:r>
              <a:rPr lang="en-US" sz="5000" b="1" dirty="0" err="1" smtClean="0">
                <a:latin typeface="Preeti" pitchFamily="2" charset="0"/>
              </a:rPr>
              <a:t>cWoogsf</a:t>
            </a:r>
            <a:r>
              <a:rPr lang="en-US" sz="5000" b="1" dirty="0" smtClean="0">
                <a:latin typeface="Preeti" pitchFamily="2" charset="0"/>
              </a:rPr>
              <a:t>] </a:t>
            </a:r>
            <a:r>
              <a:rPr lang="en-US" sz="5000" b="1" err="1" smtClean="0">
                <a:latin typeface="Preeti" pitchFamily="2" charset="0"/>
              </a:rPr>
              <a:t>cfwf</a:t>
            </a:r>
            <a:r>
              <a:rPr lang="en-US" sz="5000" b="1" smtClean="0">
                <a:latin typeface="Preeti" pitchFamily="2" charset="0"/>
              </a:rPr>
              <a:t>/</a:t>
            </a:r>
            <a:r>
              <a:rPr lang="en-US" sz="5000" b="1" err="1" smtClean="0">
                <a:latin typeface="Preeti" pitchFamily="2" charset="0"/>
              </a:rPr>
              <a:t>df</a:t>
            </a:r>
            <a:r>
              <a:rPr lang="en-US" sz="5000" b="1" smtClean="0">
                <a:latin typeface="Preeti" pitchFamily="2" charset="0"/>
              </a:rPr>
              <a:t> juL{s/0f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7782"/>
            <a:ext cx="10515600" cy="2917647"/>
          </a:xfrm>
        </p:spPr>
        <p:txBody>
          <a:bodyPr/>
          <a:lstStyle/>
          <a:p>
            <a:pPr algn="just"/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CAT-1 </a:t>
            </a:r>
            <a:r>
              <a:rPr lang="en-US" sz="3500" smtClean="0">
                <a:latin typeface="Preeti" pitchFamily="2" charset="0"/>
              </a:rPr>
              <a:t>yk s]xL </a:t>
            </a:r>
            <a:r>
              <a:rPr lang="en-US" sz="3500" dirty="0" err="1">
                <a:latin typeface="Preeti" pitchFamily="2" charset="0"/>
              </a:rPr>
              <a:t>ug</a:t>
            </a:r>
            <a:r>
              <a:rPr lang="en-US" sz="3500" dirty="0" smtClean="0">
                <a:latin typeface="Preeti" pitchFamily="2" charset="0"/>
              </a:rPr>
              <a:t>{' </a:t>
            </a:r>
            <a:r>
              <a:rPr lang="en-US" sz="3500" err="1" smtClean="0">
                <a:latin typeface="Preeti" pitchFamily="2" charset="0"/>
              </a:rPr>
              <a:t>gkg</a:t>
            </a:r>
            <a:r>
              <a:rPr lang="en-US" sz="3500" smtClean="0">
                <a:latin typeface="Preeti" pitchFamily="2" charset="0"/>
              </a:rPr>
              <a:t>{], ;f]xL :yfgdf k'glg{df{0f ug{ ;lsg] If]q</a:t>
            </a:r>
            <a:endParaRPr lang="en-US" sz="3500" dirty="0" smtClean="0">
              <a:latin typeface="Preeti" pitchFamily="2" charset="0"/>
            </a:endParaRPr>
          </a:p>
          <a:p>
            <a:pPr algn="just"/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CAT-2 </a:t>
            </a:r>
            <a:r>
              <a:rPr lang="en-US" sz="3500" smtClean="0">
                <a:latin typeface="Preeti" pitchFamily="2" charset="0"/>
              </a:rPr>
              <a:t>;+/If0f tyf cfjZos </a:t>
            </a:r>
            <a:r>
              <a:rPr lang="en-US" sz="3500" dirty="0">
                <a:latin typeface="Preeti" pitchFamily="2" charset="0"/>
              </a:rPr>
              <a:t>;'</a:t>
            </a:r>
            <a:r>
              <a:rPr lang="en-US" sz="3500" dirty="0" err="1">
                <a:latin typeface="Preeti" pitchFamily="2" charset="0"/>
              </a:rPr>
              <a:t>wf</a:t>
            </a:r>
            <a:r>
              <a:rPr lang="en-US" sz="3500">
                <a:latin typeface="Preeti" pitchFamily="2" charset="0"/>
              </a:rPr>
              <a:t>/ </a:t>
            </a:r>
            <a:r>
              <a:rPr lang="en-US" sz="3500" smtClean="0">
                <a:latin typeface="Preeti" pitchFamily="2" charset="0"/>
              </a:rPr>
              <a:t>u/L k'glg{df{0f ug{ ;lsg] If]q </a:t>
            </a:r>
          </a:p>
          <a:p>
            <a:pPr algn="just"/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CAT-3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smtClean="0">
                <a:latin typeface="Preeti" pitchFamily="2" charset="0"/>
              </a:rPr>
              <a:t>;f]xL If]qdf a:tL ljsf; ug{ g;lsg</a:t>
            </a:r>
            <a:r>
              <a:rPr lang="en-US" sz="3500">
                <a:latin typeface="Preeti" pitchFamily="2" charset="0"/>
              </a:rPr>
              <a:t>], :yfgfGt/0f ug{'kg{] </a:t>
            </a:r>
            <a:r>
              <a:rPr lang="en-US" sz="3500" smtClean="0">
                <a:latin typeface="Preeti" pitchFamily="2" charset="0"/>
              </a:rPr>
              <a:t>If]q 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713" y="274692"/>
            <a:ext cx="1001485" cy="96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020" y="67626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7872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34159"/>
            <a:ext cx="11480800" cy="6457950"/>
          </a:xfrm>
        </p:spPr>
      </p:pic>
    </p:spTree>
    <p:extLst>
      <p:ext uri="{BB962C8B-B14F-4D97-AF65-F5344CB8AC3E}">
        <p14:creationId xmlns:p14="http://schemas.microsoft.com/office/powerpoint/2010/main" val="29550445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0" y="1143000"/>
            <a:ext cx="11023877" cy="5181600"/>
          </a:xfr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48282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1171" y="1352811"/>
            <a:ext cx="9580797" cy="4818270"/>
          </a:xfrm>
        </p:spPr>
      </p:pic>
    </p:spTree>
    <p:extLst>
      <p:ext uri="{BB962C8B-B14F-4D97-AF65-F5344CB8AC3E}">
        <p14:creationId xmlns:p14="http://schemas.microsoft.com/office/powerpoint/2010/main" val="24639102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1524000"/>
            <a:ext cx="10464800" cy="5232400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010240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smtClean="0">
              <a:latin typeface="Preeti" pitchFamily="2" charset="0"/>
            </a:endParaRPr>
          </a:p>
          <a:p>
            <a:pPr marL="0" indent="0" algn="ctr">
              <a:buNone/>
            </a:pPr>
            <a:r>
              <a:rPr lang="en-US" sz="4400" smtClean="0">
                <a:latin typeface="Preeti" pitchFamily="2" charset="0"/>
              </a:rPr>
              <a:t>/fli6«o k'glg{df{0f k|flws/0fsf] ef}ule{s cWoog k|ltj]bgcg';f/ /;'jfdf </a:t>
            </a:r>
            <a:r>
              <a:rPr lang="en-US" sz="4400" smtClean="0">
                <a:solidFill>
                  <a:srgbClr val="FF0000"/>
                </a:solidFill>
                <a:latin typeface="Preeti" pitchFamily="2" charset="0"/>
              </a:rPr>
              <a:t>*$$</a:t>
            </a:r>
            <a:r>
              <a:rPr lang="en-US" sz="4400" smtClean="0">
                <a:latin typeface="Preeti" pitchFamily="2" charset="0"/>
              </a:rPr>
              <a:t> 3/kl/jf/ hf]vLdo'Qm If]qdf k/]sf] x'Fbf pgLx?nfO{ :yfgfGt/0f u/fpg'kg{] cj:yf 5 . </a:t>
            </a:r>
            <a:endParaRPr lang="en-US" sz="4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8822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7550" y="187890"/>
            <a:ext cx="9741487" cy="6670110"/>
          </a:xfrm>
        </p:spPr>
      </p:pic>
    </p:spTree>
    <p:extLst>
      <p:ext uri="{BB962C8B-B14F-4D97-AF65-F5344CB8AC3E}">
        <p14:creationId xmlns:p14="http://schemas.microsoft.com/office/powerpoint/2010/main" val="2269017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080" y="561246"/>
            <a:ext cx="10972800" cy="639762"/>
          </a:xfrm>
        </p:spPr>
        <p:txBody>
          <a:bodyPr>
            <a:normAutofit fontScale="90000"/>
          </a:bodyPr>
          <a:lstStyle/>
          <a:p>
            <a:r>
              <a:rPr lang="en-US" sz="4000" b="1" dirty="0" err="1" smtClean="0">
                <a:latin typeface="Preeti" pitchFamily="2" charset="0"/>
              </a:rPr>
              <a:t>cg'bfg</a:t>
            </a:r>
            <a:r>
              <a:rPr lang="en-US" sz="4000" b="1" dirty="0" smtClean="0">
                <a:latin typeface="Preeti" pitchFamily="2" charset="0"/>
              </a:rPr>
              <a:t> </a:t>
            </a:r>
            <a:r>
              <a:rPr lang="en-US" sz="4000" b="1" smtClean="0">
                <a:latin typeface="Preeti" pitchFamily="2" charset="0"/>
              </a:rPr>
              <a:t>;DaGwL </a:t>
            </a:r>
            <a:r>
              <a:rPr lang="en-US" sz="4000" b="1" dirty="0" err="1" smtClean="0">
                <a:latin typeface="Preeti" pitchFamily="2" charset="0"/>
              </a:rPr>
              <a:t>Aoj:yf</a:t>
            </a:r>
            <a:r>
              <a:rPr lang="en-US" sz="4000" b="1" dirty="0" smtClean="0">
                <a:latin typeface="Preeti" pitchFamily="2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75113"/>
            <a:ext cx="10972800" cy="5453233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smtClean="0">
                <a:latin typeface="Preeti" pitchFamily="2" charset="0"/>
              </a:rPr>
              <a:t>;</a:t>
            </a:r>
            <a:r>
              <a:rPr lang="en-US" sz="3200" b="1" dirty="0" err="1" smtClean="0">
                <a:latin typeface="Preeti" pitchFamily="2" charset="0"/>
              </a:rPr>
              <a:t>fljsd</a:t>
            </a:r>
            <a:r>
              <a:rPr lang="en-US" sz="3200" b="1" dirty="0" smtClean="0">
                <a:latin typeface="Preeti" pitchFamily="2" charset="0"/>
              </a:rPr>
              <a:t>} </a:t>
            </a:r>
            <a:r>
              <a:rPr lang="en-US" sz="3200" b="1" dirty="0" err="1" smtClean="0">
                <a:latin typeface="Preeti" pitchFamily="2" charset="0"/>
              </a:rPr>
              <a:t>cg'bfg</a:t>
            </a:r>
            <a:r>
              <a:rPr lang="en-US" sz="3200" b="1" dirty="0" smtClean="0">
                <a:latin typeface="Preeti" pitchFamily="2" charset="0"/>
              </a:rPr>
              <a:t> </a:t>
            </a:r>
            <a:r>
              <a:rPr lang="en-US" sz="3200" dirty="0" smtClean="0">
                <a:latin typeface="Preeti" pitchFamily="2" charset="0"/>
              </a:rPr>
              <a:t>M ;</a:t>
            </a:r>
            <a:r>
              <a:rPr lang="en-US" sz="3200" err="1" smtClean="0">
                <a:latin typeface="Preeti" pitchFamily="2" charset="0"/>
              </a:rPr>
              <a:t>fljsb</a:t>
            </a:r>
            <a:r>
              <a:rPr lang="en-US" sz="3200" smtClean="0">
                <a:latin typeface="Preeti" pitchFamily="2" charset="0"/>
              </a:rPr>
              <a:t>]</a:t>
            </a:r>
            <a:r>
              <a:rPr lang="en-US" sz="3200" err="1" smtClean="0">
                <a:latin typeface="Preeti" pitchFamily="2" charset="0"/>
              </a:rPr>
              <a:t>lv</a:t>
            </a:r>
            <a:r>
              <a:rPr lang="en-US" sz="3200" smtClean="0">
                <a:latin typeface="Preeti" pitchFamily="2" charset="0"/>
              </a:rPr>
              <a:t> a;f]</a:t>
            </a:r>
            <a:r>
              <a:rPr lang="en-US" sz="3200" dirty="0" err="1">
                <a:latin typeface="Preeti" pitchFamily="2" charset="0"/>
              </a:rPr>
              <a:t>a</a:t>
            </a:r>
            <a:r>
              <a:rPr lang="en-US" sz="3200" smtClean="0">
                <a:latin typeface="Preeti" pitchFamily="2" charset="0"/>
              </a:rPr>
              <a:t>f</a:t>
            </a:r>
            <a:r>
              <a:rPr lang="en-US" sz="3200" dirty="0" smtClean="0">
                <a:latin typeface="Preeti" pitchFamily="2" charset="0"/>
              </a:rPr>
              <a:t>; u/L </a:t>
            </a:r>
            <a:r>
              <a:rPr lang="en-US" sz="3200" dirty="0" err="1" smtClean="0">
                <a:latin typeface="Preeti" pitchFamily="2" charset="0"/>
              </a:rPr>
              <a:t>cfPsf</a:t>
            </a:r>
            <a:r>
              <a:rPr lang="en-US" sz="3200" dirty="0" smtClean="0">
                <a:latin typeface="Preeti" pitchFamily="2" charset="0"/>
              </a:rPr>
              <a:t>] j:tLdf </a:t>
            </a:r>
            <a:r>
              <a:rPr lang="en-US" sz="3200" dirty="0" err="1" smtClean="0">
                <a:latin typeface="Preeti" pitchFamily="2" charset="0"/>
              </a:rPr>
              <a:t>cfjZos</a:t>
            </a:r>
            <a:r>
              <a:rPr lang="en-US" sz="3200" dirty="0" smtClean="0">
                <a:latin typeface="Preeti" pitchFamily="2" charset="0"/>
              </a:rPr>
              <a:t> ;'</a:t>
            </a:r>
            <a:r>
              <a:rPr lang="en-US" sz="3200" dirty="0" err="1" smtClean="0">
                <a:latin typeface="Preeti" pitchFamily="2" charset="0"/>
              </a:rPr>
              <a:t>wf</a:t>
            </a:r>
            <a:r>
              <a:rPr lang="en-US" sz="3200" smtClean="0">
                <a:latin typeface="Preeti" pitchFamily="2" charset="0"/>
              </a:rPr>
              <a:t>/ Pjd\ </a:t>
            </a:r>
            <a:r>
              <a:rPr lang="en-US" sz="3200" dirty="0" smtClean="0">
                <a:latin typeface="Preeti" pitchFamily="2" charset="0"/>
              </a:rPr>
              <a:t>;+/If0f </a:t>
            </a:r>
            <a:r>
              <a:rPr lang="en-US" sz="3200" smtClean="0">
                <a:latin typeface="Preeti" pitchFamily="2" charset="0"/>
              </a:rPr>
              <a:t>u/L a;f]</a:t>
            </a:r>
            <a:r>
              <a:rPr lang="en-US" sz="3200" dirty="0" err="1">
                <a:latin typeface="Preeti" pitchFamily="2" charset="0"/>
              </a:rPr>
              <a:t>a</a:t>
            </a:r>
            <a:r>
              <a:rPr lang="en-US" sz="3200" smtClean="0">
                <a:latin typeface="Preeti" pitchFamily="2" charset="0"/>
              </a:rPr>
              <a:t>f</a:t>
            </a:r>
            <a:r>
              <a:rPr lang="en-US" sz="3200" dirty="0" smtClean="0">
                <a:latin typeface="Preeti" pitchFamily="2" charset="0"/>
              </a:rPr>
              <a:t>; of]</a:t>
            </a:r>
            <a:r>
              <a:rPr lang="en-US" sz="3200" dirty="0" err="1" smtClean="0">
                <a:latin typeface="Preeti" pitchFamily="2" charset="0"/>
              </a:rPr>
              <a:t>Uo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ePsf</a:t>
            </a:r>
            <a:r>
              <a:rPr lang="en-US" sz="3200" dirty="0" smtClean="0">
                <a:latin typeface="Preeti" pitchFamily="2" charset="0"/>
              </a:rPr>
              <a:t>] </a:t>
            </a:r>
            <a:r>
              <a:rPr lang="en-US" sz="3200" dirty="0" err="1" smtClean="0">
                <a:latin typeface="Preeti" pitchFamily="2" charset="0"/>
              </a:rPr>
              <a:t>cj:yfdf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To:tf</a:t>
            </a:r>
            <a:r>
              <a:rPr lang="en-US" sz="3200" dirty="0" smtClean="0">
                <a:latin typeface="Preeti" pitchFamily="2" charset="0"/>
              </a:rPr>
              <a:t> j:tLsf </a:t>
            </a:r>
            <a:r>
              <a:rPr lang="en-US" sz="3200" dirty="0" err="1" smtClean="0">
                <a:latin typeface="Preeti" pitchFamily="2" charset="0"/>
              </a:rPr>
              <a:t>nfeu|fxLnfO</a:t>
            </a:r>
            <a:r>
              <a:rPr lang="en-US" sz="3200" dirty="0" smtClean="0">
                <a:latin typeface="Preeti" pitchFamily="2" charset="0"/>
              </a:rPr>
              <a:t>{ </a:t>
            </a:r>
            <a:r>
              <a:rPr lang="en-US" sz="3200" dirty="0" err="1" smtClean="0">
                <a:latin typeface="Preeti" pitchFamily="2" charset="0"/>
              </a:rPr>
              <a:t>lghL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cfjf</a:t>
            </a:r>
            <a:r>
              <a:rPr lang="en-US" sz="3200" smtClean="0">
                <a:latin typeface="Preeti" pitchFamily="2" charset="0"/>
              </a:rPr>
              <a:t>; k'glg{df{0f </a:t>
            </a:r>
            <a:r>
              <a:rPr lang="en-US" sz="3200" dirty="0" err="1" smtClean="0">
                <a:latin typeface="Preeti" pitchFamily="2" charset="0"/>
              </a:rPr>
              <a:t>cg'bfg</a:t>
            </a:r>
            <a:r>
              <a:rPr lang="en-US" sz="3200" dirty="0" smtClean="0">
                <a:latin typeface="Preeti" pitchFamily="2" charset="0"/>
              </a:rPr>
              <a:t> /</a:t>
            </a:r>
            <a:r>
              <a:rPr lang="en-US" sz="3200" dirty="0" err="1" smtClean="0">
                <a:latin typeface="Preeti" pitchFamily="2" charset="0"/>
              </a:rPr>
              <a:t>sd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err="1" smtClean="0">
                <a:latin typeface="Preeti" pitchFamily="2" charset="0"/>
              </a:rPr>
              <a:t>pknAw</a:t>
            </a:r>
            <a:r>
              <a:rPr lang="en-US" sz="3200" smtClean="0">
                <a:latin typeface="Preeti" pitchFamily="2" charset="0"/>
              </a:rPr>
              <a:t> u/fOg</a:t>
            </a:r>
            <a:r>
              <a:rPr lang="en-US" sz="3200" dirty="0" smtClean="0">
                <a:latin typeface="Preeti" pitchFamily="2" charset="0"/>
              </a:rPr>
              <a:t>] .</a:t>
            </a:r>
          </a:p>
          <a:p>
            <a:pPr algn="just"/>
            <a:r>
              <a:rPr lang="en-US" sz="3200" b="1" dirty="0" smtClean="0">
                <a:latin typeface="Preeti" pitchFamily="2" charset="0"/>
              </a:rPr>
              <a:t>;'/</a:t>
            </a:r>
            <a:r>
              <a:rPr lang="en-US" sz="3200" b="1" dirty="0" err="1" smtClean="0">
                <a:latin typeface="Preeti" pitchFamily="2" charset="0"/>
              </a:rPr>
              <a:t>lIft</a:t>
            </a:r>
            <a:r>
              <a:rPr lang="en-US" sz="3200" b="1" dirty="0" smtClean="0">
                <a:latin typeface="Preeti" pitchFamily="2" charset="0"/>
              </a:rPr>
              <a:t> :</a:t>
            </a:r>
            <a:r>
              <a:rPr lang="en-US" sz="3200" b="1" dirty="0" err="1" smtClean="0">
                <a:latin typeface="Preeti" pitchFamily="2" charset="0"/>
              </a:rPr>
              <a:t>yfgdf</a:t>
            </a:r>
            <a:r>
              <a:rPr lang="en-US" sz="3200" b="1" dirty="0" smtClean="0">
                <a:latin typeface="Preeti" pitchFamily="2" charset="0"/>
              </a:rPr>
              <a:t> :</a:t>
            </a:r>
            <a:r>
              <a:rPr lang="en-US" sz="3200" b="1" dirty="0" err="1" smtClean="0">
                <a:latin typeface="Preeti" pitchFamily="2" charset="0"/>
              </a:rPr>
              <a:t>yfgfGt</a:t>
            </a:r>
            <a:r>
              <a:rPr lang="en-US" sz="3200" b="1" dirty="0" smtClean="0">
                <a:latin typeface="Preeti" pitchFamily="2" charset="0"/>
              </a:rPr>
              <a:t>/0fdf </a:t>
            </a:r>
            <a:r>
              <a:rPr lang="en-US" sz="3200" b="1" dirty="0" err="1" smtClean="0">
                <a:latin typeface="Preeti" pitchFamily="2" charset="0"/>
              </a:rPr>
              <a:t>cg'bfg</a:t>
            </a:r>
            <a:r>
              <a:rPr lang="en-US" sz="3200" b="1" dirty="0" smtClean="0">
                <a:latin typeface="Preeti" pitchFamily="2" charset="0"/>
              </a:rPr>
              <a:t> </a:t>
            </a:r>
            <a:r>
              <a:rPr lang="en-US" sz="3200" dirty="0" smtClean="0">
                <a:latin typeface="Preeti" pitchFamily="2" charset="0"/>
              </a:rPr>
              <a:t>M </a:t>
            </a:r>
            <a:r>
              <a:rPr lang="en-US" sz="3200" dirty="0" err="1" smtClean="0">
                <a:latin typeface="Preeti" pitchFamily="2" charset="0"/>
              </a:rPr>
              <a:t>hf</a:t>
            </a:r>
            <a:r>
              <a:rPr lang="en-US" sz="3200" dirty="0" smtClean="0">
                <a:latin typeface="Preeti" pitchFamily="2" charset="0"/>
              </a:rPr>
              <a:t>]</a:t>
            </a:r>
            <a:r>
              <a:rPr lang="en-US" sz="3200" dirty="0" err="1" smtClean="0">
                <a:latin typeface="Preeti" pitchFamily="2" charset="0"/>
              </a:rPr>
              <a:t>lvdo'Qm</a:t>
            </a:r>
            <a:r>
              <a:rPr lang="en-US" sz="3200" dirty="0" smtClean="0">
                <a:latin typeface="Preeti" pitchFamily="2" charset="0"/>
              </a:rPr>
              <a:t> j:tL </a:t>
            </a:r>
            <a:r>
              <a:rPr lang="en-US" sz="3200" err="1" smtClean="0">
                <a:latin typeface="Preeti" pitchFamily="2" charset="0"/>
              </a:rPr>
              <a:t>egL</a:t>
            </a:r>
            <a:r>
              <a:rPr lang="en-US" sz="3200" smtClean="0">
                <a:latin typeface="Preeti" pitchFamily="2" charset="0"/>
              </a:rPr>
              <a:t> </a:t>
            </a:r>
            <a:r>
              <a:rPr lang="en-US" sz="3200" dirty="0" err="1">
                <a:latin typeface="Preeti" pitchFamily="2" charset="0"/>
              </a:rPr>
              <a:t>P</a:t>
            </a:r>
            <a:r>
              <a:rPr lang="en-US" sz="3200" smtClean="0">
                <a:latin typeface="Preeti" pitchFamily="2" charset="0"/>
              </a:rPr>
              <a:t>lsg </a:t>
            </a:r>
            <a:r>
              <a:rPr lang="en-US" sz="3200" dirty="0" err="1" smtClean="0">
                <a:latin typeface="Preeti" pitchFamily="2" charset="0"/>
              </a:rPr>
              <a:t>ePsf</a:t>
            </a:r>
            <a:r>
              <a:rPr lang="en-US" sz="3200" dirty="0" smtClean="0">
                <a:latin typeface="Preeti" pitchFamily="2" charset="0"/>
              </a:rPr>
              <a:t> j:tLsf </a:t>
            </a:r>
            <a:r>
              <a:rPr lang="en-US" sz="3200" dirty="0" err="1" smtClean="0">
                <a:latin typeface="Preeti" pitchFamily="2" charset="0"/>
              </a:rPr>
              <a:t>nfeu|fxLn</a:t>
            </a:r>
            <a:r>
              <a:rPr lang="en-US" sz="3200" dirty="0" smtClean="0">
                <a:latin typeface="Preeti" pitchFamily="2" charset="0"/>
              </a:rPr>
              <a:t>] </a:t>
            </a:r>
            <a:r>
              <a:rPr lang="en-US" sz="3200" dirty="0" err="1" smtClean="0">
                <a:latin typeface="Preeti" pitchFamily="2" charset="0"/>
              </a:rPr>
              <a:t>cfkm</a:t>
            </a:r>
            <a:r>
              <a:rPr lang="en-US" sz="3200" dirty="0" smtClean="0">
                <a:latin typeface="Preeti" pitchFamily="2" charset="0"/>
              </a:rPr>
              <a:t>\</a:t>
            </a:r>
            <a:r>
              <a:rPr lang="en-US" sz="3200" dirty="0" err="1" smtClean="0">
                <a:latin typeface="Preeti" pitchFamily="2" charset="0"/>
              </a:rPr>
              <a:t>gf</a:t>
            </a:r>
            <a:r>
              <a:rPr lang="en-US" sz="3200" smtClean="0">
                <a:latin typeface="Preeti" pitchFamily="2" charset="0"/>
              </a:rPr>
              <a:t>] OR5fcg</a:t>
            </a:r>
            <a:r>
              <a:rPr lang="en-US" sz="3200" dirty="0" err="1" smtClean="0">
                <a:latin typeface="Preeti" pitchFamily="2" charset="0"/>
              </a:rPr>
              <a:t>';f</a:t>
            </a:r>
            <a:r>
              <a:rPr lang="en-US" sz="3200" dirty="0" smtClean="0">
                <a:latin typeface="Preeti" pitchFamily="2" charset="0"/>
              </a:rPr>
              <a:t>/ ;</a:t>
            </a:r>
            <a:r>
              <a:rPr lang="en-US" sz="3200" dirty="0" err="1" smtClean="0">
                <a:latin typeface="Preeti" pitchFamily="2" charset="0"/>
              </a:rPr>
              <a:t>DalGwt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lhNnf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jf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e"sDk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k|efljt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lhNnf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dWo</a:t>
            </a:r>
            <a:r>
              <a:rPr lang="en-US" sz="3200" dirty="0" smtClean="0">
                <a:latin typeface="Preeti" pitchFamily="2" charset="0"/>
              </a:rPr>
              <a:t>] </a:t>
            </a:r>
            <a:r>
              <a:rPr lang="en-US" sz="3200" dirty="0" err="1" smtClean="0">
                <a:latin typeface="Preeti" pitchFamily="2" charset="0"/>
              </a:rPr>
              <a:t>glhssf</a:t>
            </a:r>
            <a:r>
              <a:rPr lang="en-US" sz="3200" dirty="0" smtClean="0">
                <a:latin typeface="Preeti" pitchFamily="2" charset="0"/>
              </a:rPr>
              <a:t>] </a:t>
            </a:r>
            <a:r>
              <a:rPr lang="en-US" sz="3200" dirty="0" err="1" smtClean="0">
                <a:latin typeface="Preeti" pitchFamily="2" charset="0"/>
              </a:rPr>
              <a:t>lhNnfdf</a:t>
            </a:r>
            <a:r>
              <a:rPr lang="en-US" sz="3200" dirty="0" smtClean="0">
                <a:latin typeface="Preeti" pitchFamily="2" charset="0"/>
              </a:rPr>
              <a:t> </a:t>
            </a:r>
            <a:r>
              <a:rPr lang="en-US" sz="3200" dirty="0" err="1" smtClean="0">
                <a:latin typeface="Preeti" pitchFamily="2" charset="0"/>
              </a:rPr>
              <a:t>a;fO</a:t>
            </a:r>
            <a:r>
              <a:rPr lang="en-US" sz="3200" dirty="0" smtClean="0">
                <a:latin typeface="Preeti" pitchFamily="2" charset="0"/>
              </a:rPr>
              <a:t>{ ;/</a:t>
            </a:r>
            <a:r>
              <a:rPr lang="en-US" sz="3200" dirty="0" err="1" smtClean="0">
                <a:latin typeface="Preeti" pitchFamily="2" charset="0"/>
              </a:rPr>
              <a:t>fO</a:t>
            </a:r>
            <a:r>
              <a:rPr lang="en-US" sz="3200" dirty="0" smtClean="0">
                <a:latin typeface="Preeti" pitchFamily="2" charset="0"/>
              </a:rPr>
              <a:t>{ </a:t>
            </a:r>
            <a:r>
              <a:rPr lang="en-US" sz="3200" dirty="0" err="1" smtClean="0">
                <a:latin typeface="Preeti" pitchFamily="2" charset="0"/>
              </a:rPr>
              <a:t>ug</a:t>
            </a:r>
            <a:r>
              <a:rPr lang="en-US" sz="3200" dirty="0" smtClean="0">
                <a:latin typeface="Preeti" pitchFamily="2" charset="0"/>
              </a:rPr>
              <a:t>{ </a:t>
            </a:r>
            <a:r>
              <a:rPr lang="en-US" sz="3200" smtClean="0">
                <a:latin typeface="Preeti" pitchFamily="2" charset="0"/>
              </a:rPr>
              <a:t>;Sg]5g\ </a:t>
            </a:r>
            <a:r>
              <a:rPr lang="en-US" sz="3200" dirty="0" smtClean="0">
                <a:latin typeface="Preeti" pitchFamily="2" charset="0"/>
              </a:rPr>
              <a:t>. </a:t>
            </a:r>
            <a:r>
              <a:rPr lang="en-US" sz="3200" dirty="0" err="1" smtClean="0">
                <a:latin typeface="Preeti" pitchFamily="2" charset="0"/>
              </a:rPr>
              <a:t>To:tf</a:t>
            </a:r>
            <a:r>
              <a:rPr lang="en-US" sz="3200" dirty="0" smtClean="0">
                <a:latin typeface="Preeti" pitchFamily="2" charset="0"/>
              </a:rPr>
              <a:t> 3/ </a:t>
            </a:r>
            <a:r>
              <a:rPr lang="en-US" sz="3200" dirty="0" err="1" smtClean="0">
                <a:latin typeface="Preeti" pitchFamily="2" charset="0"/>
              </a:rPr>
              <a:t>kl</a:t>
            </a:r>
            <a:r>
              <a:rPr lang="en-US" sz="3200" dirty="0" smtClean="0">
                <a:latin typeface="Preeti" pitchFamily="2" charset="0"/>
              </a:rPr>
              <a:t>/</a:t>
            </a:r>
            <a:r>
              <a:rPr lang="en-US" sz="3200" dirty="0" err="1" smtClean="0">
                <a:latin typeface="Preeti" pitchFamily="2" charset="0"/>
              </a:rPr>
              <a:t>jf</a:t>
            </a:r>
            <a:r>
              <a:rPr lang="en-US" sz="3200" dirty="0" smtClean="0">
                <a:latin typeface="Preeti" pitchFamily="2" charset="0"/>
              </a:rPr>
              <a:t>/</a:t>
            </a:r>
            <a:r>
              <a:rPr lang="en-US" sz="3200" dirty="0" err="1" smtClean="0">
                <a:latin typeface="Preeti" pitchFamily="2" charset="0"/>
              </a:rPr>
              <a:t>nfO</a:t>
            </a:r>
            <a:r>
              <a:rPr lang="en-US" sz="3200" smtClean="0">
                <a:latin typeface="Preeti" pitchFamily="2" charset="0"/>
              </a:rPr>
              <a:t>{ hUuf vl/bjfkt clwstd\ @ nfv ?lkofF;Dd lnvt d'Nocg';f/sf] /sd pknAw x'g]5 . t/ o:tf] cg'bfg eg] ;fljs:yfgafx]s cGoq slxFst} cfkm\gf] gfddf 3/38]/L gx'g]n] dfq kfpg]5g\ . </a:t>
            </a:r>
            <a:endParaRPr lang="en-US" sz="3200" dirty="0" smtClean="0">
              <a:latin typeface="Preeti" pitchFamily="2" charset="0"/>
            </a:endParaRPr>
          </a:p>
          <a:p>
            <a:pPr algn="just"/>
            <a:r>
              <a:rPr lang="en-US" sz="3200" b="1" smtClean="0">
                <a:latin typeface="Preeti" pitchFamily="2" charset="0"/>
              </a:rPr>
              <a:t>hUuf vl/b ;DaGwdff M </a:t>
            </a:r>
            <a:r>
              <a:rPr lang="en-US" sz="3200" smtClean="0">
                <a:latin typeface="Preeti" pitchFamily="2" charset="0"/>
              </a:rPr>
              <a:t>cg'bfg </a:t>
            </a:r>
            <a:r>
              <a:rPr lang="en-US" sz="3200" dirty="0" smtClean="0">
                <a:latin typeface="Preeti" pitchFamily="2" charset="0"/>
              </a:rPr>
              <a:t>/</a:t>
            </a:r>
            <a:r>
              <a:rPr lang="en-US" sz="3200" smtClean="0">
                <a:latin typeface="Preeti" pitchFamily="2" charset="0"/>
              </a:rPr>
              <a:t>sdaf6 vl/b x'g] hUuf 38]/Lsf] nflu pko'Qm x'g'k5{ . o:tf] hUuf vl/b ubf{ &gt;Ldfg\ &gt;LdtL x'g]n] clgjfo{ ;+o'Qm k'hf{ agfpg'k5{ . o:tf] hUuf !) jif{;Dd xs x:tfGt/0f ug{ kfOb}g .</a:t>
            </a:r>
            <a:endParaRPr lang="en-US" sz="3200" dirty="0" smtClean="0">
              <a:latin typeface="Preeti" pitchFamily="2" charset="0"/>
            </a:endParaRPr>
          </a:p>
          <a:p>
            <a:pPr>
              <a:buNone/>
            </a:pPr>
            <a:endParaRPr lang="en-US" sz="3200" dirty="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7" y="159912"/>
            <a:ext cx="1279446" cy="11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408" y="159911"/>
            <a:ext cx="1136209" cy="106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1290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5056"/>
            <a:ext cx="10972800" cy="838200"/>
          </a:xfrm>
        </p:spPr>
        <p:txBody>
          <a:bodyPr>
            <a:normAutofit/>
          </a:bodyPr>
          <a:lstStyle/>
          <a:p>
            <a:r>
              <a:rPr lang="en-US" sz="4000" b="1" err="1" smtClean="0">
                <a:latin typeface="Preeti" pitchFamily="2" charset="0"/>
              </a:rPr>
              <a:t>hf</a:t>
            </a:r>
            <a:r>
              <a:rPr lang="en-US" sz="4000" b="1" smtClean="0">
                <a:latin typeface="Preeti" pitchFamily="2" charset="0"/>
              </a:rPr>
              <a:t>]</a:t>
            </a:r>
            <a:r>
              <a:rPr lang="en-US" sz="4000" b="1" err="1" smtClean="0">
                <a:latin typeface="Preeti" pitchFamily="2" charset="0"/>
              </a:rPr>
              <a:t>lvdo'Qm</a:t>
            </a:r>
            <a:r>
              <a:rPr lang="en-US" sz="4000" b="1" smtClean="0">
                <a:latin typeface="Preeti" pitchFamily="2" charset="0"/>
              </a:rPr>
              <a:t> a:tL </a:t>
            </a:r>
            <a:r>
              <a:rPr lang="en-US" sz="4000" b="1" dirty="0" smtClean="0">
                <a:latin typeface="Preeti" pitchFamily="2" charset="0"/>
              </a:rPr>
              <a:t>:</a:t>
            </a:r>
            <a:r>
              <a:rPr lang="en-US" sz="4000" b="1" dirty="0" err="1" smtClean="0">
                <a:latin typeface="Preeti" pitchFamily="2" charset="0"/>
              </a:rPr>
              <a:t>yfgfGt</a:t>
            </a:r>
            <a:r>
              <a:rPr lang="en-US" sz="4000" b="1" dirty="0" smtClean="0">
                <a:latin typeface="Preeti" pitchFamily="2" charset="0"/>
              </a:rPr>
              <a:t>/0f</a:t>
            </a:r>
            <a:endParaRPr lang="en-US" dirty="0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29425"/>
            <a:ext cx="10972800" cy="39967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000" b="1" smtClean="0">
                <a:latin typeface="Preeti" pitchFamily="2" charset="0"/>
              </a:rPr>
              <a:t>;fd"lxs </a:t>
            </a:r>
            <a:r>
              <a:rPr lang="en-US" sz="3000" b="1" dirty="0" smtClean="0">
                <a:latin typeface="Preeti" pitchFamily="2" charset="0"/>
              </a:rPr>
              <a:t>a:tL </a:t>
            </a:r>
            <a:r>
              <a:rPr lang="en-US" sz="3000" b="1" dirty="0" err="1" smtClean="0">
                <a:latin typeface="Preeti" pitchFamily="2" charset="0"/>
              </a:rPr>
              <a:t>lgdf</a:t>
            </a:r>
            <a:r>
              <a:rPr lang="en-US" sz="3000" b="1" dirty="0" smtClean="0">
                <a:latin typeface="Preeti" pitchFamily="2" charset="0"/>
              </a:rPr>
              <a:t>{0fdf </a:t>
            </a:r>
            <a:r>
              <a:rPr lang="en-US" sz="3000" b="1" dirty="0" err="1" smtClean="0">
                <a:latin typeface="Preeti" pitchFamily="2" charset="0"/>
              </a:rPr>
              <a:t>k|f</a:t>
            </a:r>
            <a:r>
              <a:rPr lang="en-US" sz="3000" b="1" dirty="0" smtClean="0">
                <a:latin typeface="Preeti" pitchFamily="2" charset="0"/>
              </a:rPr>
              <a:t>]</a:t>
            </a:r>
            <a:r>
              <a:rPr lang="en-US" sz="3000" b="1" dirty="0" err="1" smtClean="0">
                <a:latin typeface="Preeti" pitchFamily="2" charset="0"/>
              </a:rPr>
              <a:t>T;fxg</a:t>
            </a:r>
            <a:r>
              <a:rPr lang="en-US" sz="3000" b="1" dirty="0" smtClean="0">
                <a:latin typeface="Preeti" pitchFamily="2" charset="0"/>
              </a:rPr>
              <a:t> </a:t>
            </a:r>
            <a:r>
              <a:rPr lang="en-US" sz="3000" dirty="0" smtClean="0">
                <a:latin typeface="Preeti" pitchFamily="2" charset="0"/>
              </a:rPr>
              <a:t>M </a:t>
            </a:r>
            <a:r>
              <a:rPr lang="en-US" sz="3000" err="1" smtClean="0">
                <a:latin typeface="Preeti" pitchFamily="2" charset="0"/>
              </a:rPr>
              <a:t>hf</a:t>
            </a:r>
            <a:r>
              <a:rPr lang="en-US" sz="3000" smtClean="0">
                <a:latin typeface="Preeti" pitchFamily="2" charset="0"/>
              </a:rPr>
              <a:t>]</a:t>
            </a:r>
            <a:r>
              <a:rPr lang="en-US" sz="3000" err="1" smtClean="0">
                <a:latin typeface="Preeti" pitchFamily="2" charset="0"/>
              </a:rPr>
              <a:t>lvdo'Qm</a:t>
            </a:r>
            <a:r>
              <a:rPr lang="en-US" sz="3000" smtClean="0">
                <a:latin typeface="Preeti" pitchFamily="2" charset="0"/>
              </a:rPr>
              <a:t> a:tLsf </a:t>
            </a:r>
            <a:r>
              <a:rPr lang="en-US" sz="3000" dirty="0" err="1" smtClean="0">
                <a:latin typeface="Preeti" pitchFamily="2" charset="0"/>
              </a:rPr>
              <a:t>nfeu|fxLx</a:t>
            </a:r>
            <a:r>
              <a:rPr lang="en-US" sz="3000" dirty="0" smtClean="0">
                <a:latin typeface="Preeti" pitchFamily="2" charset="0"/>
              </a:rPr>
              <a:t>? </a:t>
            </a:r>
            <a:r>
              <a:rPr lang="en-US" sz="3000" dirty="0" err="1" smtClean="0">
                <a:latin typeface="Preeti" pitchFamily="2" charset="0"/>
              </a:rPr>
              <a:t>dWo</a:t>
            </a:r>
            <a:r>
              <a:rPr lang="en-US" sz="3000" dirty="0" smtClean="0">
                <a:latin typeface="Preeti" pitchFamily="2" charset="0"/>
              </a:rPr>
              <a:t>]af6 </a:t>
            </a:r>
            <a:r>
              <a:rPr lang="en-US" sz="3000" dirty="0" err="1" smtClean="0">
                <a:latin typeface="Preeti" pitchFamily="2" charset="0"/>
              </a:rPr>
              <a:t>slDtdf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bz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kl</a:t>
            </a:r>
            <a:r>
              <a:rPr lang="en-US" sz="3000" dirty="0" smtClean="0">
                <a:latin typeface="Preeti" pitchFamily="2" charset="0"/>
              </a:rPr>
              <a:t>/</a:t>
            </a:r>
            <a:r>
              <a:rPr lang="en-US" sz="3000" dirty="0" err="1" smtClean="0">
                <a:latin typeface="Preeti" pitchFamily="2" charset="0"/>
              </a:rPr>
              <a:t>jf</a:t>
            </a:r>
            <a:r>
              <a:rPr lang="en-US" sz="3000" dirty="0" smtClean="0">
                <a:latin typeface="Preeti" pitchFamily="2" charset="0"/>
              </a:rPr>
              <a:t>/ </a:t>
            </a:r>
            <a:r>
              <a:rPr lang="en-US" sz="3000" dirty="0" err="1" smtClean="0">
                <a:latin typeface="Preeti" pitchFamily="2" charset="0"/>
              </a:rPr>
              <a:t>x'g</a:t>
            </a:r>
            <a:r>
              <a:rPr lang="en-US" sz="3000" dirty="0" smtClean="0">
                <a:latin typeface="Preeti" pitchFamily="2" charset="0"/>
              </a:rPr>
              <a:t>] </a:t>
            </a:r>
            <a:r>
              <a:rPr lang="en-US" sz="3000" smtClean="0">
                <a:latin typeface="Preeti" pitchFamily="2" charset="0"/>
              </a:rPr>
              <a:t>u/L cfkm+}</a:t>
            </a:r>
            <a:r>
              <a:rPr lang="en-US" sz="3000" dirty="0" smtClean="0">
                <a:latin typeface="Preeti" pitchFamily="2" charset="0"/>
              </a:rPr>
              <a:t>n] </a:t>
            </a:r>
            <a:r>
              <a:rPr lang="en-US" sz="3000" dirty="0" err="1" smtClean="0">
                <a:latin typeface="Preeti" pitchFamily="2" charset="0"/>
              </a:rPr>
              <a:t>pkef</a:t>
            </a:r>
            <a:r>
              <a:rPr lang="en-US" sz="3000" dirty="0" smtClean="0">
                <a:latin typeface="Preeti" pitchFamily="2" charset="0"/>
              </a:rPr>
              <a:t>]</a:t>
            </a:r>
            <a:r>
              <a:rPr lang="en-US" sz="3000" dirty="0" err="1" smtClean="0">
                <a:latin typeface="Preeti" pitchFamily="2" charset="0"/>
              </a:rPr>
              <a:t>Qmf</a:t>
            </a:r>
            <a:r>
              <a:rPr lang="en-US" sz="3000" dirty="0" smtClean="0">
                <a:latin typeface="Preeti" pitchFamily="2" charset="0"/>
              </a:rPr>
              <a:t> ;</a:t>
            </a:r>
            <a:r>
              <a:rPr lang="en-US" sz="3000" dirty="0" err="1" smtClean="0">
                <a:latin typeface="Preeti" pitchFamily="2" charset="0"/>
              </a:rPr>
              <a:t>ldlt</a:t>
            </a:r>
            <a:r>
              <a:rPr lang="en-US" sz="3000" dirty="0" smtClean="0">
                <a:latin typeface="Preeti" pitchFamily="2" charset="0"/>
              </a:rPr>
              <a:t> u7g u/L ;'/</a:t>
            </a:r>
            <a:r>
              <a:rPr lang="en-US" sz="3000" dirty="0" err="1" smtClean="0">
                <a:latin typeface="Preeti" pitchFamily="2" charset="0"/>
              </a:rPr>
              <a:t>lIft</a:t>
            </a:r>
            <a:r>
              <a:rPr lang="en-US" sz="3000" dirty="0" smtClean="0">
                <a:latin typeface="Preeti" pitchFamily="2" charset="0"/>
              </a:rPr>
              <a:t> :</a:t>
            </a:r>
            <a:r>
              <a:rPr lang="en-US" sz="3000" dirty="0" err="1" smtClean="0">
                <a:latin typeface="Preeti" pitchFamily="2" charset="0"/>
              </a:rPr>
              <a:t>yfgdf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PsLs</a:t>
            </a:r>
            <a:r>
              <a:rPr lang="en-US" sz="3000" dirty="0" smtClean="0">
                <a:latin typeface="Preeti" pitchFamily="2" charset="0"/>
              </a:rPr>
              <a:t>[t j:tL </a:t>
            </a:r>
            <a:r>
              <a:rPr lang="en-US" sz="3000" dirty="0" err="1" smtClean="0">
                <a:latin typeface="Preeti" pitchFamily="2" charset="0"/>
              </a:rPr>
              <a:t>ljsf</a:t>
            </a:r>
            <a:r>
              <a:rPr lang="en-US" sz="3000" dirty="0" smtClean="0">
                <a:latin typeface="Preeti" pitchFamily="2" charset="0"/>
              </a:rPr>
              <a:t>; </a:t>
            </a:r>
            <a:r>
              <a:rPr lang="en-US" sz="3000" dirty="0" err="1" smtClean="0">
                <a:latin typeface="Preeti" pitchFamily="2" charset="0"/>
              </a:rPr>
              <a:t>ug</a:t>
            </a:r>
            <a:r>
              <a:rPr lang="en-US" sz="3000" dirty="0" smtClean="0">
                <a:latin typeface="Preeti" pitchFamily="2" charset="0"/>
              </a:rPr>
              <a:t>{ </a:t>
            </a:r>
            <a:r>
              <a:rPr lang="en-US" sz="3000" dirty="0" err="1" smtClean="0">
                <a:latin typeface="Preeti" pitchFamily="2" charset="0"/>
              </a:rPr>
              <a:t>rfx</a:t>
            </a:r>
            <a:r>
              <a:rPr lang="en-US" sz="3000" dirty="0" smtClean="0">
                <a:latin typeface="Preeti" pitchFamily="2" charset="0"/>
              </a:rPr>
              <a:t>]</a:t>
            </a:r>
            <a:r>
              <a:rPr lang="en-US" sz="3000" dirty="0" err="1" smtClean="0">
                <a:latin typeface="Preeti" pitchFamily="2" charset="0"/>
              </a:rPr>
              <a:t>df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lghx?nfO</a:t>
            </a:r>
            <a:r>
              <a:rPr lang="en-US" sz="3000" dirty="0" smtClean="0">
                <a:latin typeface="Preeti" pitchFamily="2" charset="0"/>
              </a:rPr>
              <a:t>{ ;'/</a:t>
            </a:r>
            <a:r>
              <a:rPr lang="en-US" sz="3000" dirty="0" err="1" smtClean="0">
                <a:latin typeface="Preeti" pitchFamily="2" charset="0"/>
              </a:rPr>
              <a:t>lIft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hUuf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Joj:yfkg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ug</a:t>
            </a:r>
            <a:r>
              <a:rPr lang="en-US" sz="3000" dirty="0" smtClean="0">
                <a:latin typeface="Preeti" pitchFamily="2" charset="0"/>
              </a:rPr>
              <a:t>{ / </a:t>
            </a:r>
            <a:r>
              <a:rPr lang="en-US" sz="3000" dirty="0" err="1" smtClean="0">
                <a:latin typeface="Preeti" pitchFamily="2" charset="0"/>
              </a:rPr>
              <a:t>lghL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cjf;sf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nflu</a:t>
            </a:r>
            <a:r>
              <a:rPr lang="en-US" sz="3000" dirty="0" smtClean="0">
                <a:latin typeface="Preeti" pitchFamily="2" charset="0"/>
              </a:rPr>
              <a:t> /</a:t>
            </a:r>
            <a:r>
              <a:rPr lang="en-US" sz="3000" dirty="0" err="1" smtClean="0">
                <a:latin typeface="Preeti" pitchFamily="2" charset="0"/>
              </a:rPr>
              <a:t>sd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err="1" smtClean="0">
                <a:latin typeface="Preeti" pitchFamily="2" charset="0"/>
              </a:rPr>
              <a:t>pknAw</a:t>
            </a:r>
            <a:r>
              <a:rPr lang="en-US" sz="3000" smtClean="0">
                <a:latin typeface="Preeti" pitchFamily="2" charset="0"/>
              </a:rPr>
              <a:t> x'g]5 .</a:t>
            </a:r>
            <a:endParaRPr lang="en-US" sz="3000" dirty="0" smtClean="0">
              <a:latin typeface="Preeti" pitchFamily="2" charset="0"/>
            </a:endParaRPr>
          </a:p>
          <a:p>
            <a:pPr algn="just"/>
            <a:r>
              <a:rPr lang="en-US" sz="3000" b="1" smtClean="0">
                <a:latin typeface="Preeti" pitchFamily="2" charset="0"/>
              </a:rPr>
              <a:t>Kf"jf{wf/ ljsf</a:t>
            </a:r>
            <a:r>
              <a:rPr lang="en-US" sz="3000" b="1" dirty="0" smtClean="0">
                <a:latin typeface="Preeti" pitchFamily="2" charset="0"/>
              </a:rPr>
              <a:t>; of]</a:t>
            </a:r>
            <a:r>
              <a:rPr lang="en-US" sz="3000" b="1" dirty="0" err="1" smtClean="0">
                <a:latin typeface="Preeti" pitchFamily="2" charset="0"/>
              </a:rPr>
              <a:t>hgf</a:t>
            </a:r>
            <a:r>
              <a:rPr lang="en-US" sz="3000" b="1" dirty="0" smtClean="0">
                <a:latin typeface="Preeti" pitchFamily="2" charset="0"/>
              </a:rPr>
              <a:t> </a:t>
            </a:r>
            <a:r>
              <a:rPr lang="en-US" sz="3000" dirty="0" smtClean="0">
                <a:latin typeface="Preeti" pitchFamily="2" charset="0"/>
              </a:rPr>
              <a:t>M </a:t>
            </a:r>
            <a:r>
              <a:rPr lang="en-US" sz="3000" err="1" smtClean="0">
                <a:latin typeface="Preeti" pitchFamily="2" charset="0"/>
              </a:rPr>
              <a:t>PsLs</a:t>
            </a:r>
            <a:r>
              <a:rPr lang="en-US" sz="3000" smtClean="0">
                <a:latin typeface="Preeti" pitchFamily="2" charset="0"/>
              </a:rPr>
              <a:t>[t a:tL </a:t>
            </a:r>
            <a:r>
              <a:rPr lang="en-US" sz="3000" dirty="0" err="1" smtClean="0">
                <a:latin typeface="Preeti" pitchFamily="2" charset="0"/>
              </a:rPr>
              <a:t>ljsf;sf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nflu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hUuf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PsLs</a:t>
            </a:r>
            <a:r>
              <a:rPr lang="en-US" sz="3000" dirty="0" smtClean="0">
                <a:latin typeface="Preeti" pitchFamily="2" charset="0"/>
              </a:rPr>
              <a:t>[t u/L </a:t>
            </a:r>
            <a:r>
              <a:rPr lang="en-US" sz="3000" dirty="0" err="1" smtClean="0">
                <a:latin typeface="Preeti" pitchFamily="2" charset="0"/>
              </a:rPr>
              <a:t>k|flws</a:t>
            </a:r>
            <a:r>
              <a:rPr lang="en-US" sz="3000" dirty="0" smtClean="0">
                <a:latin typeface="Preeti" pitchFamily="2" charset="0"/>
              </a:rPr>
              <a:t>/0f </a:t>
            </a:r>
            <a:r>
              <a:rPr lang="en-US" sz="3000" dirty="0" err="1" smtClean="0">
                <a:latin typeface="Preeti" pitchFamily="2" charset="0"/>
              </a:rPr>
              <a:t>jf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k|flws</a:t>
            </a:r>
            <a:r>
              <a:rPr lang="en-US" sz="3000" dirty="0" smtClean="0">
                <a:latin typeface="Preeti" pitchFamily="2" charset="0"/>
              </a:rPr>
              <a:t>/0fn] </a:t>
            </a:r>
            <a:r>
              <a:rPr lang="en-US" sz="3000" dirty="0" err="1" smtClean="0">
                <a:latin typeface="Preeti" pitchFamily="2" charset="0"/>
              </a:rPr>
              <a:t>tf</a:t>
            </a:r>
            <a:r>
              <a:rPr lang="en-US" sz="3000" dirty="0" smtClean="0">
                <a:latin typeface="Preeti" pitchFamily="2" charset="0"/>
              </a:rPr>
              <a:t>]s]</a:t>
            </a:r>
            <a:r>
              <a:rPr lang="en-US" sz="3000" dirty="0" err="1" smtClean="0">
                <a:latin typeface="Preeti" pitchFamily="2" charset="0"/>
              </a:rPr>
              <a:t>sf</a:t>
            </a:r>
            <a:r>
              <a:rPr lang="en-US" sz="3000" dirty="0" smtClean="0">
                <a:latin typeface="Preeti" pitchFamily="2" charset="0"/>
              </a:rPr>
              <a:t>] </a:t>
            </a:r>
            <a:r>
              <a:rPr lang="en-US" sz="3000" dirty="0" err="1" smtClean="0">
                <a:latin typeface="Preeti" pitchFamily="2" charset="0"/>
              </a:rPr>
              <a:t>sfof</a:t>
            </a:r>
            <a:r>
              <a:rPr lang="en-US" sz="3000" dirty="0" smtClean="0">
                <a:latin typeface="Preeti" pitchFamily="2" charset="0"/>
              </a:rPr>
              <a:t>{noaf6 :</a:t>
            </a:r>
            <a:r>
              <a:rPr lang="en-US" sz="3000" dirty="0" err="1" smtClean="0">
                <a:latin typeface="Preeti" pitchFamily="2" charset="0"/>
              </a:rPr>
              <a:t>yfgfGt</a:t>
            </a:r>
            <a:r>
              <a:rPr lang="en-US" sz="3000" dirty="0" smtClean="0">
                <a:latin typeface="Preeti" pitchFamily="2" charset="0"/>
              </a:rPr>
              <a:t>/0f </a:t>
            </a:r>
            <a:r>
              <a:rPr lang="en-US" sz="3000" dirty="0" err="1" smtClean="0">
                <a:latin typeface="Preeti" pitchFamily="2" charset="0"/>
              </a:rPr>
              <a:t>tyf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k'g:yf</a:t>
            </a:r>
            <a:r>
              <a:rPr lang="en-US" sz="3000" dirty="0" smtClean="0">
                <a:latin typeface="Preeti" pitchFamily="2" charset="0"/>
              </a:rPr>
              <a:t>{</a:t>
            </a:r>
            <a:r>
              <a:rPr lang="en-US" sz="3000" dirty="0" err="1" smtClean="0">
                <a:latin typeface="Preeti" pitchFamily="2" charset="0"/>
              </a:rPr>
              <a:t>kgf</a:t>
            </a:r>
            <a:r>
              <a:rPr lang="en-US" sz="3000" dirty="0" smtClean="0">
                <a:latin typeface="Preeti" pitchFamily="2" charset="0"/>
              </a:rPr>
              <a:t> of]</a:t>
            </a:r>
            <a:r>
              <a:rPr lang="en-US" sz="3000" dirty="0" err="1" smtClean="0">
                <a:latin typeface="Preeti" pitchFamily="2" charset="0"/>
              </a:rPr>
              <a:t>hgf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tof</a:t>
            </a:r>
            <a:r>
              <a:rPr lang="en-US" sz="3000" dirty="0" smtClean="0">
                <a:latin typeface="Preeti" pitchFamily="2" charset="0"/>
              </a:rPr>
              <a:t>/ u/L </a:t>
            </a:r>
            <a:r>
              <a:rPr lang="en-US" sz="3000" dirty="0" err="1" smtClean="0">
                <a:latin typeface="Preeti" pitchFamily="2" charset="0"/>
              </a:rPr>
              <a:t>qmlds</a:t>
            </a:r>
            <a:r>
              <a:rPr lang="en-US" sz="3000" dirty="0" smtClean="0">
                <a:latin typeface="Preeti" pitchFamily="2" charset="0"/>
              </a:rPr>
              <a:t> ?</a:t>
            </a:r>
            <a:r>
              <a:rPr lang="en-US" sz="3000" dirty="0" err="1" smtClean="0">
                <a:latin typeface="Preeti" pitchFamily="2" charset="0"/>
              </a:rPr>
              <a:t>kdf</a:t>
            </a:r>
            <a:r>
              <a:rPr lang="en-US" sz="3000" dirty="0" smtClean="0">
                <a:latin typeface="Preeti" pitchFamily="2" charset="0"/>
              </a:rPr>
              <a:t> </a:t>
            </a:r>
            <a:r>
              <a:rPr lang="en-US" sz="3000" dirty="0" err="1" smtClean="0">
                <a:latin typeface="Preeti" pitchFamily="2" charset="0"/>
              </a:rPr>
              <a:t>k"jf</a:t>
            </a:r>
            <a:r>
              <a:rPr lang="en-US" sz="3000" dirty="0" smtClean="0">
                <a:latin typeface="Preeti" pitchFamily="2" charset="0"/>
              </a:rPr>
              <a:t>{</a:t>
            </a:r>
            <a:r>
              <a:rPr lang="en-US" sz="3000" dirty="0" err="1" smtClean="0">
                <a:latin typeface="Preeti" pitchFamily="2" charset="0"/>
              </a:rPr>
              <a:t>wf</a:t>
            </a:r>
            <a:r>
              <a:rPr lang="en-US" sz="3000" dirty="0" smtClean="0">
                <a:latin typeface="Preeti" pitchFamily="2" charset="0"/>
              </a:rPr>
              <a:t>/ </a:t>
            </a:r>
            <a:r>
              <a:rPr lang="en-US" sz="3000" dirty="0" err="1" smtClean="0">
                <a:latin typeface="Preeti" pitchFamily="2" charset="0"/>
              </a:rPr>
              <a:t>ljsf</a:t>
            </a:r>
            <a:r>
              <a:rPr lang="en-US" sz="3000" dirty="0" smtClean="0">
                <a:latin typeface="Preeti" pitchFamily="2" charset="0"/>
              </a:rPr>
              <a:t>; </a:t>
            </a:r>
            <a:r>
              <a:rPr lang="en-US" sz="3000" dirty="0" err="1" smtClean="0">
                <a:latin typeface="Preeti" pitchFamily="2" charset="0"/>
              </a:rPr>
              <a:t>ug</a:t>
            </a:r>
            <a:r>
              <a:rPr lang="en-US" sz="3000" dirty="0" smtClean="0">
                <a:latin typeface="Preeti" pitchFamily="2" charset="0"/>
              </a:rPr>
              <a:t>]{ . -;8s, </a:t>
            </a:r>
            <a:r>
              <a:rPr lang="en-US" sz="3000" dirty="0" err="1" smtClean="0">
                <a:latin typeface="Preeti" pitchFamily="2" charset="0"/>
              </a:rPr>
              <a:t>vfg</a:t>
            </a:r>
            <a:r>
              <a:rPr lang="en-US" sz="3000" dirty="0" smtClean="0">
                <a:latin typeface="Preeti" pitchFamily="2" charset="0"/>
              </a:rPr>
              <a:t>]</a:t>
            </a:r>
            <a:r>
              <a:rPr lang="en-US" sz="3000" dirty="0" err="1" smtClean="0">
                <a:latin typeface="Preeti" pitchFamily="2" charset="0"/>
              </a:rPr>
              <a:t>kfgL</a:t>
            </a:r>
            <a:r>
              <a:rPr lang="en-US" sz="3000" dirty="0" smtClean="0">
                <a:latin typeface="Preeti" pitchFamily="2" charset="0"/>
              </a:rPr>
              <a:t>, </a:t>
            </a:r>
            <a:r>
              <a:rPr lang="en-US" sz="3000" dirty="0" err="1" smtClean="0">
                <a:latin typeface="Preeti" pitchFamily="2" charset="0"/>
              </a:rPr>
              <a:t>ljB't</a:t>
            </a:r>
            <a:r>
              <a:rPr lang="en-US" sz="3000" dirty="0" smtClean="0">
                <a:latin typeface="Preeti" pitchFamily="2" charset="0"/>
              </a:rPr>
              <a:t>, :</a:t>
            </a:r>
            <a:r>
              <a:rPr lang="en-US" sz="3000" dirty="0" err="1" smtClean="0">
                <a:latin typeface="Preeti" pitchFamily="2" charset="0"/>
              </a:rPr>
              <a:t>jf:Yo</a:t>
            </a:r>
            <a:r>
              <a:rPr lang="en-US" sz="3000" dirty="0" smtClean="0">
                <a:latin typeface="Preeti" pitchFamily="2" charset="0"/>
              </a:rPr>
              <a:t> s]</a:t>
            </a:r>
            <a:r>
              <a:rPr lang="en-US" sz="3000" dirty="0" err="1" smtClean="0">
                <a:latin typeface="Preeti" pitchFamily="2" charset="0"/>
              </a:rPr>
              <a:t>Gb</a:t>
            </a:r>
            <a:r>
              <a:rPr lang="en-US" sz="3000" dirty="0" smtClean="0">
                <a:latin typeface="Preeti" pitchFamily="2" charset="0"/>
              </a:rPr>
              <a:t>|, lzIf0f ;+:</a:t>
            </a:r>
            <a:r>
              <a:rPr lang="en-US" sz="3000" dirty="0" err="1" smtClean="0">
                <a:latin typeface="Preeti" pitchFamily="2" charset="0"/>
              </a:rPr>
              <a:t>yf</a:t>
            </a:r>
            <a:r>
              <a:rPr lang="en-US" sz="3000" dirty="0" smtClean="0">
                <a:latin typeface="Preeti" pitchFamily="2" charset="0"/>
              </a:rPr>
              <a:t>_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884" y="251500"/>
            <a:ext cx="1162335" cy="10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241799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3692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06305"/>
            <a:ext cx="10541000" cy="5257346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b="1" smtClean="0">
                <a:solidFill>
                  <a:srgbClr val="002060"/>
                </a:solidFill>
                <a:latin typeface="Preeti" pitchFamily="2" charset="0"/>
              </a:rPr>
              <a:t>Hff]lvdo'Qm 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kl/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jf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/n] 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hUuf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Preeti" pitchFamily="2" charset="0"/>
              </a:rPr>
              <a:t>vl</a:t>
            </a:r>
            <a:r>
              <a:rPr lang="en-US" b="1">
                <a:solidFill>
                  <a:srgbClr val="002060"/>
                </a:solidFill>
                <a:latin typeface="Preeti" pitchFamily="2" charset="0"/>
              </a:rPr>
              <a:t>/</a:t>
            </a:r>
            <a:r>
              <a:rPr lang="en-US" b="1" err="1">
                <a:solidFill>
                  <a:srgbClr val="002060"/>
                </a:solidFill>
                <a:latin typeface="Preeti" pitchFamily="2" charset="0"/>
              </a:rPr>
              <a:t>bsf</a:t>
            </a:r>
            <a:r>
              <a:rPr lang="en-US" b="1" smtClean="0">
                <a:solidFill>
                  <a:srgbClr val="002060"/>
                </a:solidFill>
                <a:latin typeface="Preeti" pitchFamily="2" charset="0"/>
              </a:rPr>
              <a:t>] nflu 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k'glg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{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df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{0f 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k|flws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/0fsf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] 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lhNnf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;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dGjo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 ;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ldltsf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] ;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lrjfno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reeti" pitchFamily="2" charset="0"/>
              </a:rPr>
              <a:t>jf</a:t>
            </a:r>
            <a:r>
              <a:rPr lang="en-US" b="1" dirty="0">
                <a:solidFill>
                  <a:srgbClr val="002060"/>
                </a:solidFill>
                <a:latin typeface="Preeti" pitchFamily="2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tf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]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lsPsf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] 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sfof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{</a:t>
            </a:r>
            <a:r>
              <a:rPr lang="en-US" b="1" dirty="0" err="1" smtClean="0">
                <a:solidFill>
                  <a:srgbClr val="002060"/>
                </a:solidFill>
                <a:latin typeface="Preeti" pitchFamily="2" charset="0"/>
              </a:rPr>
              <a:t>nodf</a:t>
            </a:r>
            <a:r>
              <a:rPr lang="en-US" b="1" dirty="0" smtClean="0">
                <a:solidFill>
                  <a:srgbClr val="002060"/>
                </a:solidFill>
                <a:latin typeface="Preeti" pitchFamily="2" charset="0"/>
              </a:rPr>
              <a:t> </a:t>
            </a:r>
            <a:r>
              <a:rPr lang="en-US" b="1" err="1" smtClean="0">
                <a:solidFill>
                  <a:srgbClr val="002060"/>
                </a:solidFill>
                <a:latin typeface="Preeti" pitchFamily="2" charset="0"/>
              </a:rPr>
              <a:t>lgj</a:t>
            </a:r>
            <a:r>
              <a:rPr lang="en-US" b="1" smtClean="0">
                <a:solidFill>
                  <a:srgbClr val="002060"/>
                </a:solidFill>
                <a:latin typeface="Preeti" pitchFamily="2" charset="0"/>
              </a:rPr>
              <a:t>]</a:t>
            </a:r>
            <a:r>
              <a:rPr lang="en-US" b="1" err="1" smtClean="0">
                <a:solidFill>
                  <a:srgbClr val="002060"/>
                </a:solidFill>
                <a:latin typeface="Preeti" pitchFamily="2" charset="0"/>
              </a:rPr>
              <a:t>bg</a:t>
            </a:r>
            <a:r>
              <a:rPr lang="en-US" b="1" smtClean="0">
                <a:solidFill>
                  <a:srgbClr val="002060"/>
                </a:solidFill>
                <a:latin typeface="Preeti" pitchFamily="2" charset="0"/>
              </a:rPr>
              <a:t> lbO cg'bfg lng ;Sg]5g\ . o:tf] cg'bfg eg] hUuf vl/b eO;s]kl5 dfq kfpg]5g\ . </a:t>
            </a:r>
            <a:endParaRPr lang="en-US" b="1" dirty="0">
              <a:solidFill>
                <a:srgbClr val="002060"/>
              </a:solidFill>
              <a:latin typeface="Preeti" pitchFamily="2" charset="0"/>
            </a:endParaRPr>
          </a:p>
          <a:p>
            <a:pPr lvl="0" algn="just"/>
            <a:r>
              <a:rPr lang="en-US" b="1" smtClean="0">
                <a:latin typeface="Preeti" pitchFamily="2" charset="0"/>
              </a:rPr>
              <a:t>ljj/0f </a:t>
            </a:r>
            <a:r>
              <a:rPr lang="en-US" b="1" err="1">
                <a:latin typeface="Preeti" pitchFamily="2" charset="0"/>
              </a:rPr>
              <a:t>v'nfpgkg</a:t>
            </a:r>
            <a:r>
              <a:rPr lang="en-US" b="1" smtClean="0">
                <a:latin typeface="Preeti" pitchFamily="2" charset="0"/>
              </a:rPr>
              <a:t>]{ </a:t>
            </a:r>
            <a:r>
              <a:rPr lang="en-US" smtClean="0">
                <a:latin typeface="Preeti" pitchFamily="2" charset="0"/>
              </a:rPr>
              <a:t>M lgj]bssf] tLg k':t] ljj/0f, hUuf </a:t>
            </a:r>
            <a:r>
              <a:rPr lang="en-US" err="1">
                <a:latin typeface="Preeti" pitchFamily="2" charset="0"/>
              </a:rPr>
              <a:t>wgLsf</a:t>
            </a:r>
            <a:r>
              <a:rPr lang="en-US" smtClean="0">
                <a:latin typeface="Preeti" pitchFamily="2" charset="0"/>
              </a:rPr>
              <a:t>] gfd</a:t>
            </a:r>
            <a:r>
              <a:rPr lang="en-US" dirty="0">
                <a:latin typeface="Preeti" pitchFamily="2" charset="0"/>
              </a:rPr>
              <a:t>, </a:t>
            </a:r>
            <a:r>
              <a:rPr lang="en-US" err="1">
                <a:latin typeface="Preeti" pitchFamily="2" charset="0"/>
              </a:rPr>
              <a:t>hUufwgLsf</a:t>
            </a:r>
            <a:r>
              <a:rPr lang="en-US" smtClean="0">
                <a:latin typeface="Preeti" pitchFamily="2" charset="0"/>
              </a:rPr>
              <a:t>] 7]ufgf</a:t>
            </a:r>
            <a:r>
              <a:rPr lang="en-US" dirty="0">
                <a:latin typeface="Preeti" pitchFamily="2" charset="0"/>
              </a:rPr>
              <a:t>,</a:t>
            </a:r>
            <a:r>
              <a:rPr lang="en-US" b="1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hUuf</a:t>
            </a:r>
            <a:r>
              <a:rPr lang="en-US" dirty="0">
                <a:latin typeface="Preeti" pitchFamily="2" charset="0"/>
              </a:rPr>
              <a:t> /</a:t>
            </a:r>
            <a:r>
              <a:rPr lang="en-US">
                <a:latin typeface="Preeti" pitchFamily="2" charset="0"/>
              </a:rPr>
              <a:t>x]sf</a:t>
            </a:r>
            <a:r>
              <a:rPr lang="en-US" smtClean="0">
                <a:latin typeface="Preeti" pitchFamily="2" charset="0"/>
              </a:rPr>
              <a:t>] 7]ufgf </a:t>
            </a:r>
            <a:r>
              <a:rPr lang="en-US" dirty="0">
                <a:latin typeface="Preeti" pitchFamily="2" charset="0"/>
              </a:rPr>
              <a:t>If]</a:t>
            </a:r>
            <a:r>
              <a:rPr lang="en-US" dirty="0" err="1">
                <a:latin typeface="Preeti" pitchFamily="2" charset="0"/>
              </a:rPr>
              <a:t>qkmn</a:t>
            </a:r>
            <a:r>
              <a:rPr lang="en-US" dirty="0">
                <a:latin typeface="Preeti" pitchFamily="2" charset="0"/>
              </a:rPr>
              <a:t>, </a:t>
            </a:r>
            <a:r>
              <a:rPr lang="en-US" dirty="0" err="1">
                <a:latin typeface="Preeti" pitchFamily="2" charset="0"/>
              </a:rPr>
              <a:t>lsQf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>
                <a:latin typeface="Preeti" pitchFamily="2" charset="0"/>
              </a:rPr>
              <a:t>g</a:t>
            </a:r>
            <a:r>
              <a:rPr lang="en-US" smtClean="0">
                <a:latin typeface="Preeti" pitchFamily="2" charset="0"/>
              </a:rPr>
              <a:t>+= :ki6 v'nfpg'k5{ . :</a:t>
            </a:r>
            <a:r>
              <a:rPr lang="en-US" dirty="0" err="1">
                <a:latin typeface="Preeti" pitchFamily="2" charset="0"/>
              </a:rPr>
              <a:t>yfgLo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>
                <a:latin typeface="Preeti" pitchFamily="2" charset="0"/>
              </a:rPr>
              <a:t>txaf6 </a:t>
            </a:r>
            <a:r>
              <a:rPr lang="en-US" smtClean="0">
                <a:latin typeface="Preeti" pitchFamily="2" charset="0"/>
              </a:rPr>
              <a:t>cGoq a;f]af;sf] nflu pko'Qm hUuf eP jf gePsf] Joxf</a:t>
            </a:r>
            <a:r>
              <a:rPr lang="en-US" dirty="0">
                <a:latin typeface="Preeti" pitchFamily="2" charset="0"/>
              </a:rPr>
              <a:t>]/</a:t>
            </a:r>
            <a:r>
              <a:rPr lang="en-US" err="1">
                <a:latin typeface="Preeti" pitchFamily="2" charset="0"/>
              </a:rPr>
              <a:t>fsf</a:t>
            </a:r>
            <a:r>
              <a:rPr lang="en-US" smtClean="0">
                <a:latin typeface="Preeti" pitchFamily="2" charset="0"/>
              </a:rPr>
              <a:t>] l;kmfl</a:t>
            </a:r>
            <a:r>
              <a:rPr lang="en-US" dirty="0">
                <a:latin typeface="Preeti" pitchFamily="2" charset="0"/>
              </a:rPr>
              <a:t>/; </a:t>
            </a:r>
            <a:r>
              <a:rPr lang="en-US" err="1">
                <a:latin typeface="Preeti" pitchFamily="2" charset="0"/>
              </a:rPr>
              <a:t>kq</a:t>
            </a:r>
            <a:r>
              <a:rPr lang="en-US">
                <a:latin typeface="Preeti" pitchFamily="2" charset="0"/>
              </a:rPr>
              <a:t> </a:t>
            </a:r>
            <a:r>
              <a:rPr lang="en-US" smtClean="0">
                <a:latin typeface="Preeti" pitchFamily="2" charset="0"/>
              </a:rPr>
              <a:t>clgjfo{ k]z ug</a:t>
            </a:r>
            <a:r>
              <a:rPr lang="en-US" dirty="0">
                <a:latin typeface="Preeti" pitchFamily="2" charset="0"/>
              </a:rPr>
              <a:t>'{</a:t>
            </a:r>
            <a:r>
              <a:rPr lang="en-US">
                <a:latin typeface="Preeti" pitchFamily="2" charset="0"/>
              </a:rPr>
              <a:t>kg</a:t>
            </a:r>
            <a:r>
              <a:rPr lang="en-US" smtClean="0">
                <a:latin typeface="Preeti" pitchFamily="2" charset="0"/>
              </a:rPr>
              <a:t>]{ .</a:t>
            </a:r>
            <a:r>
              <a:rPr lang="en-US" dirty="0">
                <a:latin typeface="Preeti" pitchFamily="2" charset="0"/>
              </a:rPr>
              <a:t> </a:t>
            </a:r>
          </a:p>
          <a:p>
            <a:pPr lvl="0"/>
            <a:r>
              <a:rPr lang="en-US" b="1" smtClean="0">
                <a:latin typeface="Preeti" pitchFamily="2" charset="0"/>
              </a:rPr>
              <a:t>hUuf vl/b ug{] :yfgsf] kq </a:t>
            </a:r>
            <a:r>
              <a:rPr lang="en-US" smtClean="0">
                <a:latin typeface="Preeti" pitchFamily="2" charset="0"/>
              </a:rPr>
              <a:t>M hUuf vl/b </a:t>
            </a:r>
            <a:r>
              <a:rPr lang="en-US" err="1">
                <a:latin typeface="Preeti" pitchFamily="2" charset="0"/>
              </a:rPr>
              <a:t>ul</a:t>
            </a:r>
            <a:r>
              <a:rPr lang="en-US">
                <a:latin typeface="Preeti" pitchFamily="2" charset="0"/>
              </a:rPr>
              <a:t>/g</a:t>
            </a:r>
            <a:r>
              <a:rPr lang="en-US" smtClean="0">
                <a:latin typeface="Preeti" pitchFamily="2" charset="0"/>
              </a:rPr>
              <a:t>] If]qsf] :yfgLo txaf6 h;sf] hUuf vl/b ul/g] xf] ;f] hUuf ef]urngdf s'g} klg ljjfb\ gePsf] / vl/b laqmL ubf{ s'g} ;d:of gkg{] Joxf]/fsf] l;kmfl/; kq . </a:t>
            </a:r>
          </a:p>
          <a:p>
            <a:pPr lvl="0"/>
            <a:r>
              <a:rPr lang="en-US" b="1" smtClean="0">
                <a:latin typeface="Preeti" pitchFamily="2" charset="0"/>
              </a:rPr>
              <a:t>d'Nofª\sg </a:t>
            </a:r>
            <a:r>
              <a:rPr lang="en-US" smtClean="0">
                <a:latin typeface="Preeti" pitchFamily="2" charset="0"/>
              </a:rPr>
              <a:t>M vl/b ul/g] hUuf 3/af; ug{ k'Ug] hUuf x'g'k5{ . ;f]sf] nflu @ nfv ?lkofF;Ddsf] x'Fbf pko'Qm x'G5 . t/ o:tf] hUufsf] d'Nofª\sg lng] / lbg] aLrsf] cfk;L ;xdltdf e/ kb{5, t/ sltko 7fpFdf j8f cWoIfx? /f]xa/df /fvL d'Nofª\sg tf]lsg] ul/Psf]5 . </a:t>
            </a:r>
            <a:endParaRPr lang="en-US" dirty="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884" y="251500"/>
            <a:ext cx="1162335" cy="10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241799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8740" y="251500"/>
            <a:ext cx="67419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mtClean="0">
                <a:latin typeface="Preeti" pitchFamily="2" charset="0"/>
              </a:rPr>
              <a:t>cg'bfg lng lgj]bgaf/] </a:t>
            </a:r>
            <a:endParaRPr lang="en-US" sz="4400" b="1"/>
          </a:p>
        </p:txBody>
      </p:sp>
    </p:spTree>
    <p:extLst>
      <p:ext uri="{BB962C8B-B14F-4D97-AF65-F5344CB8AC3E}">
        <p14:creationId xmlns:p14="http://schemas.microsoft.com/office/powerpoint/2010/main" val="9311799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743"/>
            <a:ext cx="10515600" cy="1218475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smtClean="0">
                <a:latin typeface="Preeti" pitchFamily="2" charset="0"/>
              </a:rPr>
              <a:t>/</a:t>
            </a:r>
            <a:r>
              <a:rPr lang="en-US" b="1" err="1" smtClean="0">
                <a:latin typeface="Preeti" pitchFamily="2" charset="0"/>
              </a:rPr>
              <a:t>sd</a:t>
            </a:r>
            <a:r>
              <a:rPr lang="en-US" b="1" smtClean="0">
                <a:latin typeface="Preeti" pitchFamily="2" charset="0"/>
              </a:rPr>
              <a:t> e'QmfgL k|lqmof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6169"/>
            <a:ext cx="10515600" cy="493330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3200" b="1" smtClean="0">
                <a:latin typeface="Preeti" pitchFamily="2" charset="0"/>
              </a:rPr>
              <a:t>e'QmfgL</a:t>
            </a:r>
            <a:r>
              <a:rPr lang="en-US" sz="3200" smtClean="0">
                <a:latin typeface="Preeti" pitchFamily="2" charset="0"/>
              </a:rPr>
              <a:t> M hUuf btf{ eO;s]kl5 dfnkf]taf6 hUuf /lhi6«];g kf; ul/Psf] lnvt / nfnk'hf{sf] kmf]6f]skL /fvL /fli6«o k'glg{df{0f k|flw/s0faf6 e'QmfgL lng ;lsG5 . o:tf] e'QmfgL eg] hUuf wgLsf] gfddf r]s dfkm{t x'g]5 . </a:t>
            </a:r>
          </a:p>
          <a:p>
            <a:pPr marL="0" lvl="0" indent="0" algn="just">
              <a:buNone/>
            </a:pPr>
            <a:r>
              <a:rPr lang="en-US" sz="3200" b="1" smtClean="0">
                <a:latin typeface="Preeti" pitchFamily="2" charset="0"/>
              </a:rPr>
              <a:t>3</a:t>
            </a:r>
            <a:r>
              <a:rPr lang="en-US" sz="3200" b="1" dirty="0">
                <a:latin typeface="Preeti" pitchFamily="2" charset="0"/>
              </a:rPr>
              <a:t>/ </a:t>
            </a:r>
            <a:r>
              <a:rPr lang="en-US" sz="3200" b="1" err="1">
                <a:latin typeface="Preeti" pitchFamily="2" charset="0"/>
              </a:rPr>
              <a:t>lgdf</a:t>
            </a:r>
            <a:r>
              <a:rPr lang="en-US" sz="3200" b="1">
                <a:latin typeface="Preeti" pitchFamily="2" charset="0"/>
              </a:rPr>
              <a:t>{0f ;</a:t>
            </a:r>
            <a:r>
              <a:rPr lang="en-US" sz="3200" b="1" smtClean="0">
                <a:latin typeface="Preeti" pitchFamily="2" charset="0"/>
              </a:rPr>
              <a:t>'? </a:t>
            </a:r>
            <a:r>
              <a:rPr lang="en-US" sz="3200" dirty="0">
                <a:latin typeface="Preeti" pitchFamily="2" charset="0"/>
              </a:rPr>
              <a:t>M </a:t>
            </a:r>
            <a:r>
              <a:rPr lang="en-US" sz="3200" dirty="0" err="1">
                <a:latin typeface="Preeti" pitchFamily="2" charset="0"/>
              </a:rPr>
              <a:t>vl</a:t>
            </a:r>
            <a:r>
              <a:rPr lang="en-US" sz="3200" dirty="0">
                <a:latin typeface="Preeti" pitchFamily="2" charset="0"/>
              </a:rPr>
              <a:t>/b u/]sf] </a:t>
            </a:r>
            <a:r>
              <a:rPr lang="en-US" sz="3200" dirty="0" err="1">
                <a:latin typeface="Preeti" pitchFamily="2" charset="0"/>
              </a:rPr>
              <a:t>hUufdf</a:t>
            </a:r>
            <a:r>
              <a:rPr lang="en-US" sz="3200" dirty="0">
                <a:latin typeface="Preeti" pitchFamily="2" charset="0"/>
              </a:rPr>
              <a:t> </a:t>
            </a:r>
            <a:r>
              <a:rPr lang="en-US" sz="3200" err="1">
                <a:latin typeface="Preeti" pitchFamily="2" charset="0"/>
              </a:rPr>
              <a:t>nfeu|fxLn</a:t>
            </a:r>
            <a:r>
              <a:rPr lang="en-US" sz="3200" smtClean="0">
                <a:latin typeface="Preeti" pitchFamily="2" charset="0"/>
              </a:rPr>
              <a:t>] tLg dlxgfleq 3/ agfpg ;'? ug'{k5{ . 3/ lgdf{0f ug{sf] nflu cGo e"sDk kLl8t ;/x tLg ls:tfdf cg'bfg /sd kfpg]5g\ . </a:t>
            </a:r>
            <a:endParaRPr lang="en-US" sz="3200" dirty="0">
              <a:latin typeface="Preeti" pitchFamily="2" charset="0"/>
            </a:endParaRPr>
          </a:p>
          <a:p>
            <a:endParaRPr lang="en-US" sz="3200" dirty="0" smtClean="0"/>
          </a:p>
          <a:p>
            <a:pPr lvl="0"/>
            <a:endParaRPr lang="en-US" sz="3200" dirty="0">
              <a:latin typeface="Preeti" pitchFamily="2" charset="0"/>
            </a:endParaRPr>
          </a:p>
          <a:p>
            <a:endParaRPr 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509419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509419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57802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Preeti" pitchFamily="2" charset="0"/>
              </a:rPr>
              <a:t>xfn;Ddsf] s]xL pknAwLx?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smtClean="0">
                <a:latin typeface="Preeti" pitchFamily="2" charset="0"/>
              </a:rPr>
              <a:t>lj:yflkt tyf hf]vLdo'Qm If]qsf !%$ kl/jf/n] hUuf vl/b u/]sf 5g\ . pgLx?n] pQm hUuf vl/b ug{sf] nflu k|lt kl/jf/ @ nfv ?lkofF;Dd yk cg'bfg k|fKt u/]sf 5g\ .</a:t>
            </a:r>
          </a:p>
          <a:p>
            <a:pPr lvl="0" algn="just"/>
            <a:r>
              <a:rPr lang="en-US" sz="3200" smtClean="0">
                <a:latin typeface="Preeti" pitchFamily="2" charset="0"/>
              </a:rPr>
              <a:t> </a:t>
            </a:r>
            <a:r>
              <a:rPr lang="en-GB" sz="3200">
                <a:latin typeface="Preeti" pitchFamily="2" charset="0"/>
              </a:rPr>
              <a:t>xfn vl/b ul/Psf] hUufdf &gt;Ldfg\–&gt;LdtLsf] gfddf ;+o'Qm hUufwgL k'hf{ agfpg] </a:t>
            </a:r>
            <a:r>
              <a:rPr lang="en-GB" sz="3200" smtClean="0">
                <a:solidFill>
                  <a:srgbClr val="FF0000"/>
                </a:solidFill>
                <a:latin typeface="Preeti" pitchFamily="2" charset="0"/>
              </a:rPr>
              <a:t>!@(</a:t>
            </a:r>
            <a:r>
              <a:rPr lang="en-GB" sz="3200" smtClean="0">
                <a:latin typeface="Preeti" pitchFamily="2" charset="0"/>
              </a:rPr>
              <a:t> </a:t>
            </a:r>
            <a:r>
              <a:rPr lang="en-GB" sz="3200">
                <a:latin typeface="Preeti" pitchFamily="2" charset="0"/>
              </a:rPr>
              <a:t>kl/jf/ 5g\ . </a:t>
            </a:r>
            <a:endParaRPr lang="en-GB" sz="3200" smtClean="0">
              <a:latin typeface="Preeti" pitchFamily="2" charset="0"/>
            </a:endParaRPr>
          </a:p>
          <a:p>
            <a:pPr lvl="0" algn="just"/>
            <a:endParaRPr lang="en-US" sz="3200">
              <a:latin typeface="Preeti" pitchFamily="2" charset="0"/>
            </a:endParaRPr>
          </a:p>
          <a:p>
            <a:pPr algn="just"/>
            <a:endParaRPr lang="en-US" sz="320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40023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40023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22257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951382"/>
              </p:ext>
            </p:extLst>
          </p:nvPr>
        </p:nvGraphicFramePr>
        <p:xfrm>
          <a:off x="876822" y="1542396"/>
          <a:ext cx="10196187" cy="4997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4309"/>
                <a:gridCol w="4191681"/>
                <a:gridCol w="2631275"/>
                <a:gridCol w="2638922"/>
              </a:tblGrid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S.N.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Name of Rural Municipality 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Total HH in CAT-3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LR#Completed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Uttargaya 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470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138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Kalika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26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3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Naukunda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126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4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Gosainkunda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20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Aamachhodingmo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202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553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 </a:t>
                      </a:r>
                      <a:endParaRPr lang="en-US" sz="2000" b="1" i="0" u="none" strike="noStrike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844</a:t>
                      </a:r>
                      <a:endParaRPr lang="en-US" sz="2000" b="1" i="0" u="none" strike="noStrike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154</a:t>
                      </a:r>
                      <a:endParaRPr lang="en-US" sz="2000" b="1" i="0" u="none" strike="noStrike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222811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222811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05620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7890"/>
          </a:xfrm>
        </p:spPr>
        <p:txBody>
          <a:bodyPr/>
          <a:lstStyle/>
          <a:p>
            <a:r>
              <a:rPr lang="en-US" sz="3200" smtClean="0">
                <a:latin typeface="Preeti" pitchFamily="2" charset="0"/>
              </a:rPr>
              <a:t>qmdz M</a:t>
            </a:r>
            <a:endParaRPr lang="en-US">
              <a:latin typeface="Preeti" pitchFamily="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mtClean="0">
                <a:latin typeface="Preeti" pitchFamily="2" charset="0"/>
              </a:rPr>
              <a:t>pQ/uof ufpFkflnsf ! lt? / cfdf5f]lbª\df] ufpFkflnsf j8f g+= @ kfªlnª If]qdf PsLs[t a:tL ljsf;sf] nflu k|lqmof cl3 a9]sf] 5 . xfn ljleGg :yfgdf c:yfoL lzlj/df a;f]af; ul//x]sf ;fljssf] xfs' * / ( lt? / uf]ug]sf] e"sDk kLl8t kl/jf/nfO{ lt?df PsLs[t a:tL ljsf; u/L k'gjf{; u/fpg vf]hLPsf] 5 . o;sf] cWoog sfo{ eO/x]sf] 5 .</a:t>
            </a:r>
            <a:endParaRPr lang="en-US"/>
          </a:p>
          <a:p>
            <a:pPr algn="just"/>
            <a:r>
              <a:rPr lang="en-US" smtClean="0">
                <a:latin typeface="Preeti" pitchFamily="2" charset="0"/>
              </a:rPr>
              <a:t>o:t}, ;fljs xfs' uflj; @ ;fgf] xfs'af;LnfO{ kfªlnªdf PsLs[t a:tLdf ljsf; u/fpgsf] nflu k|f/DeLs r/0f cl3 a9fOPsf] 5 . </a:t>
            </a:r>
          </a:p>
          <a:p>
            <a:pPr algn="just"/>
            <a:r>
              <a:rPr lang="en-GB">
                <a:latin typeface="Preeti" pitchFamily="2" charset="0"/>
              </a:rPr>
              <a:t>/fli6«o k'glg{df{0f k|flws/0f, o;sf] lhNnfl:yt sfof{no / :yfgLo tx;Fu glhssf] ;DaGw / ;xsfo{df lj:yflktsf] k'gjf{; u/fpg] k|lqmofdf ;xsfo{ eO/x]sf] 5 .</a:t>
            </a:r>
            <a:endParaRPr lang="en-US">
              <a:latin typeface="Preeti" pitchFamily="2" charset="0"/>
            </a:endParaRPr>
          </a:p>
          <a:p>
            <a:pPr marL="0" indent="0" algn="just">
              <a:buNone/>
            </a:pPr>
            <a:endParaRPr lang="en-US" smtClean="0">
              <a:latin typeface="Preeti" pitchFamily="2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12715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reeti" pitchFamily="2" charset="0"/>
              </a:rPr>
              <a:t>c;n cEof;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smtClean="0">
                <a:latin typeface="Preeti" pitchFamily="2" charset="0"/>
              </a:rPr>
              <a:t>/fli6«o k'glg{df{0f k|flws/0f, lhNnf ;dGjo ;ldlt, lhNnf k|zf;g sfof{no, gfkL, dfnkf]t, ufpFkflnsf / j8f sfof{nox?;Fu glhssf] ;DaGw :yflkt u/L lj:yflkt / hf]vLdo'Qm If]qsf 3/w'/LnfO{ k'gjf{; u/fpgsf] nflu k|lqmofdf ;xhLs/0f ul//x]sf 5f}+ . </a:t>
            </a:r>
          </a:p>
          <a:p>
            <a:pPr lvl="0" algn="just"/>
            <a:r>
              <a:rPr lang="en-US" smtClean="0">
                <a:latin typeface="Preeti" pitchFamily="2" charset="0"/>
              </a:rPr>
              <a:t>/fli6«o k'glg{df{0f k|flws/0f;Fu ;dGjo u/L hf]vLdo'Qm If]qdf e'ue{ljb\ / k|fljlws sd{rf/L nlu :ynut cjnf]sg ug{] sfo{df ;xhLs/0f / ;dGjo eO/x]sf] 5 . o;af6 hf]vLdo'Qm If]qsf] 3/w'/L klxrfg / hUuf btf{ ug{] k|lqmofdf ;/ntf cfO/x]sf] 5 .</a:t>
            </a:r>
          </a:p>
          <a:p>
            <a:pPr lvl="0" algn="just"/>
            <a:r>
              <a:rPr lang="en-US">
                <a:latin typeface="Preeti" pitchFamily="2" charset="0"/>
              </a:rPr>
              <a:t>lj:yflkt tyf hf]vLdo'Qm If]qsf 3/w'/LnfO{ ;d'bfo txdf e]nf u/L a:tL :yfgfGt/0f, hUuf vf]hL ug{] sfo{ / cg'bfg lng] k|lqmofdf ;xhLs/0f </a:t>
            </a:r>
            <a:r>
              <a:rPr lang="en-US" smtClean="0">
                <a:latin typeface="Preeti" pitchFamily="2" charset="0"/>
              </a:rPr>
              <a:t>eO/x]sf] . </a:t>
            </a:r>
            <a:endParaRPr lang="en-US">
              <a:latin typeface="Preeti" pitchFamily="2" charset="0"/>
            </a:endParaRPr>
          </a:p>
          <a:p>
            <a:pPr algn="just"/>
            <a:endParaRPr lang="en-US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4577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9600" smtClean="0">
                <a:latin typeface="Preeti" pitchFamily="2" charset="0"/>
              </a:rPr>
              <a:t> o; cleofg;Fu ;DalGwt s]xL kmf]6f]x?</a:t>
            </a:r>
            <a:endParaRPr lang="en-US" sz="960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3550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230"/>
          </a:xfrm>
        </p:spPr>
        <p:txBody>
          <a:bodyPr/>
          <a:lstStyle/>
          <a:p>
            <a:r>
              <a:rPr lang="en-US" smtClean="0">
                <a:latin typeface="Preeti" pitchFamily="2" charset="0"/>
              </a:rPr>
              <a:t>cleofgsf s]xL emnsx? </a:t>
            </a:r>
            <a:endParaRPr lang="en-US">
              <a:latin typeface="Preeti" pitchFamily="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000" y="1224421"/>
            <a:ext cx="10728208" cy="4525963"/>
          </a:xfrm>
        </p:spPr>
      </p:pic>
      <p:sp>
        <p:nvSpPr>
          <p:cNvPr id="3" name="TextBox 2"/>
          <p:cNvSpPr txBox="1"/>
          <p:nvPr/>
        </p:nvSpPr>
        <p:spPr>
          <a:xfrm>
            <a:off x="873457" y="5977719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/fli6«o k'glg{df{0f k|flws/0fdf tTsflng l;Ocf] k|f=8f= uf]ljGb kf]v/]n;Fu l;+xb/af/ 5nkmn ul/Fb}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7703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726" y="341194"/>
            <a:ext cx="11559821" cy="5105390"/>
          </a:xfr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95777" y="5677463"/>
            <a:ext cx="11573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k'glg{df{0fsf] qmddf b]lvPsf e"ld ;DalGw ;d:of ;dfwfgsf] nflu tTsflng e"ld ;'wf/ dGqL 8f=uf]kfn blxtnfO{ dfu kq k]z ul/Fb} .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330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307" y="156291"/>
            <a:ext cx="11298477" cy="5661763"/>
          </a:xfr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73457" y="5977719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k'glg{df{0f;Fu hf]l8Psf] e"ld;DalGw ;d:of ;dfwfgsf] nflu l;+xb/af/df 8]lnu];g l6ddf ;xefuL .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679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96" y="167161"/>
            <a:ext cx="10728208" cy="5428418"/>
          </a:xfrm>
          <a:ln>
            <a:solidFill>
              <a:schemeClr val="accent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73457" y="5977719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klx/f]sf] sf/0f Iflt ePkl5 nx/]kf}jf % klx/]a]zLdf ef}u{le{s cWoogsf] qmddf k|fljlwx? / ufpFkflnsf .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7432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544" y="235745"/>
            <a:ext cx="10728208" cy="5323561"/>
          </a:xfrm>
        </p:spPr>
      </p:pic>
      <p:sp>
        <p:nvSpPr>
          <p:cNvPr id="5" name="TextBox 4"/>
          <p:cNvSpPr txBox="1"/>
          <p:nvPr/>
        </p:nvSpPr>
        <p:spPr>
          <a:xfrm>
            <a:off x="873457" y="5977719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klx/]azLsf] a:tL :yfgfGt/0fsf] ljifodf 5nkmn ul/Fb}, /fli6«o k'glg{df{0f k|flws/0faf6 k|fljlw / e"u{lej\sf] l6d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362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72044" y="0"/>
            <a:ext cx="12391632" cy="5554639"/>
          </a:xfrm>
        </p:spPr>
      </p:pic>
      <p:sp>
        <p:nvSpPr>
          <p:cNvPr id="4" name="TextBox 3"/>
          <p:cNvSpPr txBox="1"/>
          <p:nvPr/>
        </p:nvSpPr>
        <p:spPr>
          <a:xfrm>
            <a:off x="873457" y="5868535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vfN6]df a:tL ljsf;sf] nflu ;/f]sf/jfnfaLr 5nkmn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021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533385"/>
            <a:ext cx="10728208" cy="4761946"/>
          </a:xfrm>
        </p:spPr>
      </p:pic>
      <p:sp>
        <p:nvSpPr>
          <p:cNvPr id="5" name="TextBox 4"/>
          <p:cNvSpPr txBox="1"/>
          <p:nvPr/>
        </p:nvSpPr>
        <p:spPr>
          <a:xfrm>
            <a:off x="750627" y="5516054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Preeti" pitchFamily="2" charset="0"/>
              </a:rPr>
              <a:t>vfN6]df a:tL ljsf;sf] nflu k'glg{df{0f k|flws/0fsf k|d'v sfo{sf/L clws[t k|f=8f= uf]ljGb /fh kf]v/]nsf] e|d0f</a:t>
            </a:r>
          </a:p>
        </p:txBody>
      </p:sp>
    </p:spTree>
    <p:extLst>
      <p:ext uri="{BB962C8B-B14F-4D97-AF65-F5344CB8AC3E}">
        <p14:creationId xmlns:p14="http://schemas.microsoft.com/office/powerpoint/2010/main" val="4277493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375311"/>
            <a:ext cx="11582400" cy="4886325"/>
          </a:xfrm>
        </p:spPr>
      </p:pic>
      <p:sp>
        <p:nvSpPr>
          <p:cNvPr id="5" name="TextBox 4"/>
          <p:cNvSpPr txBox="1"/>
          <p:nvPr/>
        </p:nvSpPr>
        <p:spPr>
          <a:xfrm>
            <a:off x="873457" y="5529701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38]/L vl/bsf] nflu lgj]bg lbgsf] nflu k|lqmofut sfo{df ;xof]u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4006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96" y="1600201"/>
            <a:ext cx="10728208" cy="45259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800"/>
            <a:ext cx="12192000" cy="609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457" y="6157509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38]/L vl/bsf] nflu lgj]bg lbgsf] nflu k|lqmofut sfo{df ;xof]u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7472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2392"/>
            <a:ext cx="3848733" cy="684219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8669" y="-518628"/>
            <a:ext cx="9062113" cy="6828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457" y="6266693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lkmN8d} hUuf kf;sf] nflu sfd ub{}, dfnkf]t sd{r/Lsf] klg ;xeflutf . af]u6L6f/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5455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00" y="1294256"/>
            <a:ext cx="12090400" cy="3733800"/>
          </a:xfr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73457" y="5529701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;fgf] xfs'sf] dfly 8fF8fsf] ef}ule{s cWoogsf] qmddf lj1;lxtsf] 6f]nL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1012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188" y="172978"/>
            <a:ext cx="10871200" cy="5684275"/>
          </a:xfrm>
        </p:spPr>
      </p:pic>
      <p:sp>
        <p:nvSpPr>
          <p:cNvPr id="5" name="TextBox 4"/>
          <p:cNvSpPr txBox="1"/>
          <p:nvPr/>
        </p:nvSpPr>
        <p:spPr>
          <a:xfrm>
            <a:off x="873457" y="5898197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;fgf] xfs'sf] hf]vLdo'Qm If]qsf] cWoogsf] qmddf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066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96" y="204716"/>
            <a:ext cx="10728208" cy="5297689"/>
          </a:xfr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73457" y="5707125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lj:yflkt If]qdf cg'bfg kfpg] ljifodf hfgsf/Ld'ns ;fdu|L ljt/0f 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1674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68" y="306376"/>
            <a:ext cx="9880745" cy="5673709"/>
          </a:xfrm>
        </p:spPr>
      </p:pic>
      <p:sp>
        <p:nvSpPr>
          <p:cNvPr id="5" name="TextBox 4"/>
          <p:cNvSpPr txBox="1"/>
          <p:nvPr/>
        </p:nvSpPr>
        <p:spPr>
          <a:xfrm>
            <a:off x="791569" y="5980085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lj:yflkt kl/jf/ hUuf vl/b ug{sf] nflu cg'bfgsf] nflu lgj]bg ;ª\sng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2628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439" y="0"/>
            <a:ext cx="9104808" cy="6069872"/>
          </a:xfrm>
        </p:spPr>
      </p:pic>
      <p:sp>
        <p:nvSpPr>
          <p:cNvPr id="5" name="TextBox 4"/>
          <p:cNvSpPr txBox="1"/>
          <p:nvPr/>
        </p:nvSpPr>
        <p:spPr>
          <a:xfrm>
            <a:off x="532257" y="6171157"/>
            <a:ext cx="105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mtClean="0">
                <a:latin typeface="Preeti" pitchFamily="2" charset="0"/>
              </a:rPr>
              <a:t>hf]vLdo'Qm If]qsf 3/w'/LnfO{ ;'/lIft:yfgdf hUuf vl/b ul/Pkl5 k'hf{ ljt/0f ul/Fb}, klx/]a]zL</a:t>
            </a:r>
            <a:endParaRPr lang="en-US" sz="24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869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1486" y="25979"/>
            <a:ext cx="9150558" cy="6103351"/>
          </a:xfrm>
        </p:spPr>
      </p:pic>
      <p:sp>
        <p:nvSpPr>
          <p:cNvPr id="5" name="Rectangle 4"/>
          <p:cNvSpPr/>
          <p:nvPr/>
        </p:nvSpPr>
        <p:spPr>
          <a:xfrm>
            <a:off x="1546747" y="6224348"/>
            <a:ext cx="91258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klx/]a]zL</a:t>
            </a:r>
          </a:p>
        </p:txBody>
      </p:sp>
    </p:spTree>
    <p:extLst>
      <p:ext uri="{BB962C8B-B14F-4D97-AF65-F5344CB8AC3E}">
        <p14:creationId xmlns:p14="http://schemas.microsoft.com/office/powerpoint/2010/main" val="1536702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1799" y="-4499"/>
            <a:ext cx="9090689" cy="6063419"/>
          </a:xfrm>
        </p:spPr>
      </p:pic>
      <p:sp>
        <p:nvSpPr>
          <p:cNvPr id="5" name="Rectangle 4"/>
          <p:cNvSpPr/>
          <p:nvPr/>
        </p:nvSpPr>
        <p:spPr>
          <a:xfrm>
            <a:off x="1710519" y="6211669"/>
            <a:ext cx="9180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</a:t>
            </a:r>
            <a:r>
              <a:rPr lang="en-US" smtClean="0">
                <a:latin typeface="Preeti" pitchFamily="2" charset="0"/>
              </a:rPr>
              <a:t>8f8fFufpF uflj;</a:t>
            </a:r>
            <a:endParaRPr lang="en-US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12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5154" y="-33100"/>
            <a:ext cx="9333521" cy="6222347"/>
          </a:xfrm>
        </p:spPr>
      </p:pic>
      <p:sp>
        <p:nvSpPr>
          <p:cNvPr id="5" name="Rectangle 4"/>
          <p:cNvSpPr/>
          <p:nvPr/>
        </p:nvSpPr>
        <p:spPr>
          <a:xfrm>
            <a:off x="1696872" y="6197053"/>
            <a:ext cx="9385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</a:t>
            </a:r>
            <a:r>
              <a:rPr lang="en-US" smtClean="0">
                <a:latin typeface="Preeti" pitchFamily="2" charset="0"/>
              </a:rPr>
              <a:t>af]u6L6f/</a:t>
            </a:r>
            <a:endParaRPr lang="en-US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8824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326" y="-485913"/>
            <a:ext cx="9342803" cy="6228535"/>
          </a:xfr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096336" y="5726251"/>
            <a:ext cx="9316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af]u6L6f/</a:t>
            </a:r>
          </a:p>
        </p:txBody>
      </p:sp>
    </p:spTree>
    <p:extLst>
      <p:ext uri="{BB962C8B-B14F-4D97-AF65-F5344CB8AC3E}">
        <p14:creationId xmlns:p14="http://schemas.microsoft.com/office/powerpoint/2010/main" val="5959507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1691" y="-431504"/>
            <a:ext cx="9267759" cy="6178506"/>
          </a:xfrm>
          <a:ln>
            <a:solidFill>
              <a:schemeClr val="accent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219200" y="5780796"/>
            <a:ext cx="9316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af]u6L6f/</a:t>
            </a:r>
          </a:p>
        </p:txBody>
      </p:sp>
    </p:spTree>
    <p:extLst>
      <p:ext uri="{BB962C8B-B14F-4D97-AF65-F5344CB8AC3E}">
        <p14:creationId xmlns:p14="http://schemas.microsoft.com/office/powerpoint/2010/main" val="33936152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09" y="-263626"/>
            <a:ext cx="10526841" cy="6173096"/>
          </a:xfr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123666" y="5903626"/>
            <a:ext cx="109000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Preeti" pitchFamily="2" charset="0"/>
              </a:rPr>
              <a:t>hf]vLdo'Qm If]qsf 3/w'/LnfO{ ;'/lIft:yfgdf hUuf vl/b ul/Pkl5 k'hf{ ljt/0f ul/Fb}, </a:t>
            </a:r>
            <a:r>
              <a:rPr lang="en-US" smtClean="0">
                <a:latin typeface="Preeti" pitchFamily="2" charset="0"/>
              </a:rPr>
              <a:t>w'Gr]</a:t>
            </a:r>
            <a:endParaRPr lang="en-US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0711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331" y="-573206"/>
            <a:ext cx="9723444" cy="6482296"/>
          </a:xfrm>
        </p:spPr>
      </p:pic>
      <p:sp>
        <p:nvSpPr>
          <p:cNvPr id="9" name="Rectangle 8"/>
          <p:cNvSpPr/>
          <p:nvPr/>
        </p:nvSpPr>
        <p:spPr>
          <a:xfrm>
            <a:off x="1123666" y="5903626"/>
            <a:ext cx="109000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mtClean="0">
                <a:latin typeface="Preeti" pitchFamily="2" charset="0"/>
              </a:rPr>
              <a:t>hUufwgLnfO{ r]s x:tfGt/0f ug'{xF'b} k|d'v lhNnf clwsf/L rf]d]Gb| Gof}kfg], w'Gr] </a:t>
            </a:r>
            <a:endParaRPr lang="en-US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419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87" y="-368490"/>
            <a:ext cx="9491432" cy="6327621"/>
          </a:xfrm>
        </p:spPr>
      </p:pic>
      <p:sp>
        <p:nvSpPr>
          <p:cNvPr id="5" name="Rectangle 4"/>
          <p:cNvSpPr/>
          <p:nvPr/>
        </p:nvSpPr>
        <p:spPr>
          <a:xfrm>
            <a:off x="1000834" y="5944570"/>
            <a:ext cx="109000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smtClean="0">
                <a:latin typeface="Preeti" pitchFamily="2" charset="0"/>
              </a:rPr>
              <a:t>lj:yflkt kl/jf/nfO{ nfnk'hf{ x:tfGt/0f ug'{xF'b} k|d'v lhNnf clwsf/L rf]d]Gb| Gof}kfg], w'Gr] </a:t>
            </a:r>
            <a:endParaRPr lang="en-US" sz="20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668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777" y="-276131"/>
            <a:ext cx="10491570" cy="5901508"/>
          </a:xfrm>
        </p:spPr>
      </p:pic>
      <p:sp>
        <p:nvSpPr>
          <p:cNvPr id="5" name="Rectangle 4"/>
          <p:cNvSpPr/>
          <p:nvPr/>
        </p:nvSpPr>
        <p:spPr>
          <a:xfrm>
            <a:off x="591394" y="5630666"/>
            <a:ext cx="109000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smtClean="0">
                <a:latin typeface="Preeti" pitchFamily="2" charset="0"/>
              </a:rPr>
              <a:t>hUufwgLnfO{ r]s x:tfGt/0f ug'{x'Fb} k'glg{df{0f k|flws/0f /;'jfsf k|d'v s[i0fsfGt pkfWofo, w'Gr] </a:t>
            </a:r>
            <a:endParaRPr lang="en-US" sz="20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502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6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Preeti" pitchFamily="2" charset="0"/>
              </a:rPr>
              <a:t>s]xL r'gf}tL tyf ;d:ofx?</a:t>
            </a:r>
            <a:endParaRPr lang="en-US" b="1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>
                <a:latin typeface="Preeti" pitchFamily="2" charset="0"/>
              </a:rPr>
              <a:t>lj:yflkt kl/jf/nfO{ k'gjf{; u/fpgsf] nflu /;'jf lhNnfdf kof{Kt / ;'/lIft hldg kof{Kt gePsf] </a:t>
            </a:r>
            <a:r>
              <a:rPr lang="en-US" sz="3000" smtClean="0">
                <a:latin typeface="Preeti" pitchFamily="2" charset="0"/>
              </a:rPr>
              <a:t>cj:yf 5 . </a:t>
            </a:r>
            <a:r>
              <a:rPr lang="en-US" sz="3000">
                <a:latin typeface="Preeti" pitchFamily="2" charset="0"/>
              </a:rPr>
              <a:t>/;'jfdf hUuf pknAw gx'Fbf g'jfsf]6df </a:t>
            </a:r>
            <a:r>
              <a:rPr lang="en-US" sz="3000" smtClean="0">
                <a:latin typeface="Preeti" pitchFamily="2" charset="0"/>
              </a:rPr>
              <a:t>uO{ hUuf </a:t>
            </a:r>
            <a:r>
              <a:rPr lang="en-US" sz="3000">
                <a:latin typeface="Preeti" pitchFamily="2" charset="0"/>
              </a:rPr>
              <a:t>vl/b </a:t>
            </a:r>
            <a:r>
              <a:rPr lang="en-US" sz="3000" smtClean="0">
                <a:latin typeface="Preeti" pitchFamily="2" charset="0"/>
              </a:rPr>
              <a:t>ug'{kg{] afWotfx? </a:t>
            </a:r>
            <a:r>
              <a:rPr lang="en-US" sz="3000">
                <a:latin typeface="Preeti" pitchFamily="2" charset="0"/>
              </a:rPr>
              <a:t>a9\b} 5g\ . o; cl3 </a:t>
            </a:r>
            <a:r>
              <a:rPr lang="en-US" sz="3000" smtClean="0">
                <a:latin typeface="Preeti" pitchFamily="2" charset="0"/>
              </a:rPr>
              <a:t> !%$ dWo] ^( kl/jf/n</a:t>
            </a:r>
            <a:r>
              <a:rPr lang="en-US" sz="3000">
                <a:latin typeface="Preeti" pitchFamily="2" charset="0"/>
              </a:rPr>
              <a:t>] g'jfsf]6df hUuf vl/b ul/;s]sf 5g</a:t>
            </a:r>
            <a:r>
              <a:rPr lang="en-US" sz="3000" smtClean="0">
                <a:latin typeface="Preeti" pitchFamily="2" charset="0"/>
              </a:rPr>
              <a:t>\ . pgLx? pt} 3/ agfP/ a:g'kg{] afWotf 5 .</a:t>
            </a:r>
          </a:p>
          <a:p>
            <a:pPr algn="just"/>
            <a:r>
              <a:rPr lang="en-US" sz="3000" smtClean="0">
                <a:latin typeface="Preeti" pitchFamily="2" charset="0"/>
              </a:rPr>
              <a:t>;/</a:t>
            </a:r>
            <a:r>
              <a:rPr lang="en-US" sz="3000">
                <a:latin typeface="Preeti" pitchFamily="2" charset="0"/>
              </a:rPr>
              <a:t>sf/n] lbg] @ nfv ?lkofF cg'bfgn] hUuf vl/b ug{ ;Sg] cj:yfx¿ Go'g x'Fb} uPsf] 5 </a:t>
            </a:r>
            <a:r>
              <a:rPr lang="en-US" sz="3000" smtClean="0">
                <a:latin typeface="Preeti" pitchFamily="2" charset="0"/>
              </a:rPr>
              <a:t>. </a:t>
            </a:r>
            <a:r>
              <a:rPr lang="en-US" sz="3000">
                <a:latin typeface="Preeti" pitchFamily="2" charset="0"/>
              </a:rPr>
              <a:t>ePsf] hldgsf] klg hUufwgLx¿ d'No a9fpb} hfg yfn]sf 5g\ </a:t>
            </a:r>
            <a:r>
              <a:rPr lang="en-US" sz="3000" smtClean="0">
                <a:latin typeface="Preeti" pitchFamily="2" charset="0"/>
              </a:rPr>
              <a:t>. @ nfvdf $ cfgf hUuf gkfpg] ;d:ofx? 5g\ . </a:t>
            </a:r>
            <a:endParaRPr lang="en-US" sz="300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11696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Preeti" pitchFamily="2" charset="0"/>
              </a:rPr>
              <a:t>r'gf}tL tyf ;d:of</a:t>
            </a:r>
            <a:endParaRPr lang="en-US" b="1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sz="3000">
                <a:latin typeface="Preeti" pitchFamily="2" charset="0"/>
              </a:rPr>
              <a:t>o; cl3 hUuf vl/b </a:t>
            </a:r>
            <a:r>
              <a:rPr lang="en-US" sz="3000" smtClean="0">
                <a:latin typeface="Preeti" pitchFamily="2" charset="0"/>
              </a:rPr>
              <a:t>u/L;s]sf kl/jf/nfO{ k'glg{df{0f </a:t>
            </a:r>
            <a:r>
              <a:rPr lang="en-US" sz="3000">
                <a:latin typeface="Preeti" pitchFamily="2" charset="0"/>
              </a:rPr>
              <a:t>k|flws/0faf6 </a:t>
            </a:r>
            <a:r>
              <a:rPr lang="en-US" sz="3000" smtClean="0">
                <a:latin typeface="Preeti" pitchFamily="2" charset="0"/>
              </a:rPr>
              <a:t>cg'bfg lbOPsf] </a:t>
            </a:r>
            <a:br>
              <a:rPr lang="en-US" sz="3000" smtClean="0">
                <a:latin typeface="Preeti" pitchFamily="2" charset="0"/>
              </a:rPr>
            </a:br>
            <a:r>
              <a:rPr lang="en-US" sz="3000" smtClean="0">
                <a:latin typeface="Preeti" pitchFamily="2" charset="0"/>
              </a:rPr>
              <a:t>5}g . k|lqmof </a:t>
            </a:r>
            <a:r>
              <a:rPr lang="en-US" sz="3000">
                <a:latin typeface="Preeti" pitchFamily="2" charset="0"/>
              </a:rPr>
              <a:t>gldn]sf] eGb} /sd e'QmfgL gePkl5 hUufwgL / hUuf vl/b u/]sf To:tf] kl/jf/aLr ljjfb\ pTkgGg ePsf] 5 . pgLx¿ emg ;d:ofdf k/]sf 5g\ . o:tf] kl/jf/ </a:t>
            </a:r>
            <a:r>
              <a:rPr lang="en-US" sz="3000" smtClean="0">
                <a:latin typeface="Preeti" pitchFamily="2" charset="0"/>
              </a:rPr>
              <a:t>#^ eGbf a9L 5g</a:t>
            </a:r>
            <a:r>
              <a:rPr lang="en-US" sz="3000">
                <a:latin typeface="Preeti" pitchFamily="2" charset="0"/>
              </a:rPr>
              <a:t>\ . </a:t>
            </a:r>
          </a:p>
          <a:p>
            <a:pPr lvl="0" algn="just"/>
            <a:r>
              <a:rPr lang="en-US" sz="3000">
                <a:latin typeface="Preeti" pitchFamily="2" charset="0"/>
              </a:rPr>
              <a:t>hf]vLdo'Qm If]qsf </a:t>
            </a:r>
            <a:r>
              <a:rPr lang="en-US" sz="3000" smtClean="0">
                <a:latin typeface="Preeti" pitchFamily="2" charset="0"/>
              </a:rPr>
              <a:t>s]xL 3/w</a:t>
            </a:r>
            <a:r>
              <a:rPr lang="en-US" sz="3000">
                <a:latin typeface="Preeti" pitchFamily="2" charset="0"/>
              </a:rPr>
              <a:t>'/Lsf] ;"rLdf k/]sf kl/jf/n] o; cl3 k'/fg} 7fpFdf 3/ agfO;s]sf], klxnf], bf];|f] ls:tfx¿ a'lem;s]sf] kfOof] . o;/L k'/fg} 7fpFdf 3/ agfpg cg'bfg lnO{ vr{ ul/;s]sf kl/jf/nfO{ k'gM gofF 7fpFdf :yfgfGt/0f ubf{ k'gM 3/ agfpg cg'bfg cfpg] xf] jf xf]Og hfgsf/L gx'Fbf k'glg{df{0fdf ;d:of pTkGg ePsf] </a:t>
            </a:r>
            <a:br>
              <a:rPr lang="en-US" sz="3000">
                <a:latin typeface="Preeti" pitchFamily="2" charset="0"/>
              </a:rPr>
            </a:br>
            <a:r>
              <a:rPr lang="en-US" sz="3000">
                <a:latin typeface="Preeti" pitchFamily="2" charset="0"/>
              </a:rPr>
              <a:t>5 .</a:t>
            </a:r>
          </a:p>
          <a:p>
            <a:pPr algn="just"/>
            <a:endParaRPr lang="en-US" sz="3000" smtClean="0">
              <a:latin typeface="Preeti" pitchFamily="2" charset="0"/>
            </a:endParaRPr>
          </a:p>
          <a:p>
            <a:pPr algn="just"/>
            <a:endParaRPr lang="en-US" sz="3000" smtClean="0">
              <a:latin typeface="Preeti" pitchFamily="2" charset="0"/>
            </a:endParaRPr>
          </a:p>
          <a:p>
            <a:pPr algn="just"/>
            <a:endParaRPr lang="en-US" sz="300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2654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829"/>
            <a:ext cx="10515600" cy="1325563"/>
          </a:xfrm>
        </p:spPr>
        <p:txBody>
          <a:bodyPr/>
          <a:lstStyle/>
          <a:p>
            <a:r>
              <a:rPr lang="en-US" b="1">
                <a:latin typeface="Preeti" pitchFamily="2" charset="0"/>
              </a:rPr>
              <a:t>r'gf}tL tyf ;</a:t>
            </a:r>
            <a:r>
              <a:rPr lang="en-US" b="1" smtClean="0">
                <a:latin typeface="Preeti" pitchFamily="2" charset="0"/>
              </a:rPr>
              <a:t>d:of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1721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3000">
                <a:latin typeface="Preeti" pitchFamily="2" charset="0"/>
              </a:rPr>
              <a:t>vfN6]df xfn sl/j @^) kl/jf/ lj:yflktx¿ a;f]af; ul//x]sf 5g\ . pgLx¿ </a:t>
            </a:r>
            <a:r>
              <a:rPr lang="en-US" sz="3000" smtClean="0">
                <a:latin typeface="Preeti" pitchFamily="2" charset="0"/>
              </a:rPr>
              <a:t>c:yfoL </a:t>
            </a:r>
            <a:r>
              <a:rPr lang="en-US" sz="3000">
                <a:latin typeface="Preeti" pitchFamily="2" charset="0"/>
              </a:rPr>
              <a:t>cfjf; agfO{ a;f]af; ul//x]sf 5g\ . pgLx¿ ToxLF a:g] of]hgfdf 5g\ . pQm If]q </a:t>
            </a:r>
            <a:r>
              <a:rPr lang="en-US" sz="3000" smtClean="0">
                <a:latin typeface="Preeti" pitchFamily="2" charset="0"/>
              </a:rPr>
              <a:t>c</a:t>
            </a:r>
            <a:r>
              <a:rPr lang="en-US" sz="3000">
                <a:latin typeface="Preeti" pitchFamily="2" charset="0"/>
              </a:rPr>
              <a:t>;'/lIft </a:t>
            </a:r>
            <a:r>
              <a:rPr lang="en-US" sz="3000" smtClean="0">
                <a:latin typeface="Preeti" pitchFamily="2" charset="0"/>
              </a:rPr>
              <a:t>elgsf</a:t>
            </a:r>
            <a:r>
              <a:rPr lang="en-US" sz="3000">
                <a:latin typeface="Preeti" pitchFamily="2" charset="0"/>
              </a:rPr>
              <a:t>] 5 . nfeu|fxL ;"rLdf k/]sfx¿ klg cGoq hUuf gvf]hL ToxLF al;/x]sf 5g\ . pgLx? ToxL a;f]af; ug{] elg/x]sf 5g\ . </a:t>
            </a:r>
            <a:r>
              <a:rPr lang="en-US" sz="3000" smtClean="0">
                <a:latin typeface="Preeti" pitchFamily="2" charset="0"/>
              </a:rPr>
              <a:t>pgLx¿nfO</a:t>
            </a:r>
            <a:r>
              <a:rPr lang="en-US" sz="3000">
                <a:latin typeface="Preeti" pitchFamily="2" charset="0"/>
              </a:rPr>
              <a:t>{ ToxfFaf6 cGoq :yfgfGt/0f u/fpg r'gf}tL b]lvPsf] 5 </a:t>
            </a:r>
            <a:r>
              <a:rPr lang="en-US" sz="3000" smtClean="0">
                <a:latin typeface="Preeti" pitchFamily="2" charset="0"/>
              </a:rPr>
              <a:t>. </a:t>
            </a:r>
          </a:p>
          <a:p>
            <a:r>
              <a:rPr lang="en-US" sz="3000">
                <a:latin typeface="Preeti" pitchFamily="2" charset="0"/>
              </a:rPr>
              <a:t>k'glg{df{0f k|flws/0f, lhNnf dfnkf]t / gfkL sfof{nodf hgzlQm cefj ePsf] x'Fbf </a:t>
            </a:r>
            <a:r>
              <a:rPr lang="en-US" sz="3000" smtClean="0">
                <a:latin typeface="Preeti" pitchFamily="2" charset="0"/>
              </a:rPr>
              <a:t>;]</a:t>
            </a:r>
            <a:r>
              <a:rPr lang="en-US" sz="3000">
                <a:latin typeface="Preeti" pitchFamily="2" charset="0"/>
              </a:rPr>
              <a:t>jfu|fxL dsf{df 5g\ . lkmN8df hfg</a:t>
            </a:r>
            <a:r>
              <a:rPr lang="en-US" sz="3000" smtClean="0">
                <a:latin typeface="Preeti" pitchFamily="2" charset="0"/>
              </a:rPr>
              <a:t>] kof{Kt </a:t>
            </a:r>
            <a:r>
              <a:rPr lang="en-US" sz="3000">
                <a:latin typeface="Preeti" pitchFamily="2" charset="0"/>
              </a:rPr>
              <a:t>sd{rf/L gx'Fbf k'gjf{;sf] nflu vl/b ug{] hUufx? </a:t>
            </a:r>
            <a:r>
              <a:rPr lang="en-US" sz="3000" smtClean="0">
                <a:latin typeface="Preeti" pitchFamily="2" charset="0"/>
              </a:rPr>
              <a:t>gfkL ug{, e]l/lkms];g ug{ l9nf </a:t>
            </a:r>
            <a:r>
              <a:rPr lang="en-US" sz="3000">
                <a:latin typeface="Preeti" pitchFamily="2" charset="0"/>
              </a:rPr>
              <a:t>x'Fb} uPsf 5g\ . </a:t>
            </a:r>
          </a:p>
          <a:p>
            <a:r>
              <a:rPr lang="en-US" sz="3000">
                <a:latin typeface="Preeti" pitchFamily="2" charset="0"/>
              </a:rPr>
              <a:t>;'s'daf;L ;d:ofsf, cfkm\gf] gfddf hldg gePsf / xfn;Dd klg lghL cfjf; k'glg{df{0fsf] nflu cg'bfg ;xof]u kfpg g;s]sf kl/jf/n] xfn;Dd klg 38]/L vl/b ug{sf] nflu yk cg'bfg kfpg ;s]sf 5}gg\ . </a:t>
            </a:r>
            <a:r>
              <a:rPr lang="en-US" sz="3000" smtClean="0">
                <a:latin typeface="Preeti" pitchFamily="2" charset="0"/>
              </a:rPr>
              <a:t>o;f] x'Fbf pgLx?sf] k'glg{df{0f k|lqmof l9nf eO/x]sf] 5 . </a:t>
            </a:r>
            <a:endParaRPr lang="en-US" sz="3000">
              <a:latin typeface="Preeti" pitchFamily="2" charset="0"/>
            </a:endParaRPr>
          </a:p>
          <a:p>
            <a:pPr marL="0" indent="0" algn="just">
              <a:buNone/>
            </a:pPr>
            <a:endParaRPr lang="en-US" sz="3000" smtClean="0">
              <a:latin typeface="Preeti" pitchFamily="2" charset="0"/>
            </a:endParaRPr>
          </a:p>
          <a:p>
            <a:pPr algn="just"/>
            <a:endParaRPr lang="en-US" sz="3000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181867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181867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4005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reeti" pitchFamily="2" charset="0"/>
              </a:rPr>
              <a:t>;'emfj tyf l;kmfl</a:t>
            </a:r>
            <a:r>
              <a:rPr lang="en-US" b="1" smtClean="0">
                <a:latin typeface="Preeti" pitchFamily="2" charset="0"/>
              </a:rPr>
              <a:t>/;</a:t>
            </a:r>
            <a:endParaRPr lang="en-US"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>
                <a:latin typeface="Preeti" pitchFamily="2" charset="0"/>
              </a:rPr>
              <a:t>lj:yflkt tyf hf]vLdo'Qm If]qsf 3/kl/jf/ ;d:ofdf 5g\ . pgLx?nfO{ hlt;Sbf] rf8f] -oxL jvf{ cl3_ gofF agfpg ;Sg] u/L :yfgfGt/0f k|lqmofdf ;xof]u ug'{ cfjZos 5 . o;sf] nflu lhNnf ;dGjo ;ldlt, /fli6«o k'glg{df{0f k|flws/0f, gfkL, dfnkf]t / :yfgLo txn] ;dGjo u/L lj:yflkt kl/jf/nfO{ hUuf vf]hL ug{] / /lhi6«];g kf; u/fpg] k|lqmofdf ;xhLs/0f ug'{ cfjZos 5 </a:t>
            </a:r>
            <a:r>
              <a:rPr lang="en-US" smtClean="0">
                <a:latin typeface="Preeti" pitchFamily="2" charset="0"/>
              </a:rPr>
              <a:t>. of] sfo{df k'glg{df{0f / k'g:yf{kgfsf] If]qdf lqmofzLn cGo ;+3 ;+:yfx?sf] klg ;xsfo{sf] plQs} cfjZos 5 . </a:t>
            </a:r>
          </a:p>
          <a:p>
            <a:pPr algn="just"/>
            <a:r>
              <a:rPr lang="en-US">
                <a:latin typeface="Preeti" pitchFamily="2" charset="0"/>
              </a:rPr>
              <a:t>lj:yflkt tyf hf]vLdo'Qm If]qsf 3/w'/L e'uf]ncg';f/ 5l/P/ /x]sf] cj:yfdf 5 . lhNnfsf] % j6} ufpFkflnsfdf of] ;d:of b]lvPsf] 5 . l;ldt hgzlQmsf] sf/0f lkmN8df ul/g'kg{] sfdx? h:t} M pko'Qm hUufsf] vf]hL, To;sf] ef}ule{s cWog, gfkL ug{], lsQfsf6 ug{], lhNnf;Dd cfpg g;Sg] kl/jf/sf] xsdf lkmN8df uO{ ;gfvt u/fpg] sfo{df ;xof]u ug'{kg{] cfjZostf 5 . </a:t>
            </a:r>
          </a:p>
          <a:p>
            <a:pPr lvl="0" algn="just"/>
            <a:endParaRPr lang="en-US">
              <a:latin typeface="Preeti" pitchFamily="2" charset="0"/>
            </a:endParaRPr>
          </a:p>
          <a:p>
            <a:endParaRPr lang="en-US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61091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reeti" pitchFamily="2" charset="0"/>
              </a:rPr>
              <a:t>;'s'daf;L kl/jf/sf] cfkm\gf] :jfldTjdf hUuf hldg gePsf] x'Fbf xfn;Dd 3/ agfpg kfPsf 5}gg\ . pgLx?sf] nflu hUuf vl/b ug{sf] nflu lbOg] cg'bfgsf] k|lqmof cl3 a9fpgsf] nflu k'glg{df{0f k|flws/0f / lhNnf ;dGjo ;ldltn] k|fyldstf lbg'k5{ . </a:t>
            </a:r>
          </a:p>
          <a:p>
            <a:endParaRPr lang="en-US">
              <a:latin typeface="Preeti" pitchFamily="2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618" y="331995"/>
            <a:ext cx="1470513" cy="127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314" y="331995"/>
            <a:ext cx="1270304" cy="127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9489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smtClean="0">
                <a:latin typeface="Preeti" pitchFamily="2" charset="0"/>
              </a:rPr>
              <a:t>s]xL yk lh1f;f jf ;'emfj 5 eg] s[kof=====</a:t>
            </a:r>
            <a:endParaRPr lang="en-US" sz="9600">
              <a:latin typeface="Preet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995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2051</Words>
  <Application>Microsoft Office PowerPoint</Application>
  <PresentationFormat>Custom</PresentationFormat>
  <Paragraphs>118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dof{lbt / cfTdlge{/ hLjg</vt:lpstr>
      <vt:lpstr>hf]lvdo'Qm j:tL :yfgfGt/0f tyf k'g:yf{kgfsf] nflu ;xsfo{ </vt:lpstr>
      <vt:lpstr>PowerPoint Presentation</vt:lpstr>
      <vt:lpstr>  ef}ule{s cWoogsf] cfwf/df juL{s/0f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cg'bfg ;DaGwL Aoj:yf </vt:lpstr>
      <vt:lpstr>hf]lvdo'Qm a:tL :yfgfGt/0f</vt:lpstr>
      <vt:lpstr>PowerPoint Presentation</vt:lpstr>
      <vt:lpstr>/sd e'QmfgL k|lqmof</vt:lpstr>
      <vt:lpstr>xfn;Ddsf] s]xL pknAwLx?</vt:lpstr>
      <vt:lpstr>PowerPoint Presentation</vt:lpstr>
      <vt:lpstr>qmdz M</vt:lpstr>
      <vt:lpstr>c;n cEof;</vt:lpstr>
      <vt:lpstr>PowerPoint Presentation</vt:lpstr>
      <vt:lpstr>cleofgsf s]xL emnsx?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s]xL r'gf}tL tyf ;d:ofx?</vt:lpstr>
      <vt:lpstr>r'gf}tL tyf ;d:of</vt:lpstr>
      <vt:lpstr>r'gf}tL tyf ;d:of</vt:lpstr>
      <vt:lpstr>;'emfj tyf l;kmfl/;</vt:lpstr>
      <vt:lpstr>PowerPoint Presentation</vt:lpstr>
      <vt:lpstr>PowerPoint Presentation</vt:lpstr>
    </vt:vector>
  </TitlesOfParts>
  <Company>PIN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Ef"sDk k|efljt If]qsf] k'glg{df{0f / k'g{:yfkgf ;DaGwL gLlt</dc:title>
  <dc:creator>Gurung Pushpa</dc:creator>
  <cp:lastModifiedBy>Bishwash Nepali</cp:lastModifiedBy>
  <cp:revision>216</cp:revision>
  <dcterms:created xsi:type="dcterms:W3CDTF">2018-04-05T03:13:43Z</dcterms:created>
  <dcterms:modified xsi:type="dcterms:W3CDTF">2018-04-18T05:58:24Z</dcterms:modified>
</cp:coreProperties>
</file>
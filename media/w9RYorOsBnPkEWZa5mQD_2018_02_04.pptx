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14"/>
  </p:notesMasterIdLst>
  <p:sldIdLst>
    <p:sldId id="256" r:id="rId2"/>
    <p:sldId id="366" r:id="rId3"/>
    <p:sldId id="367" r:id="rId4"/>
    <p:sldId id="368" r:id="rId5"/>
    <p:sldId id="369" r:id="rId6"/>
    <p:sldId id="370" r:id="rId7"/>
    <p:sldId id="378" r:id="rId8"/>
    <p:sldId id="371" r:id="rId9"/>
    <p:sldId id="372" r:id="rId10"/>
    <p:sldId id="376" r:id="rId11"/>
    <p:sldId id="377" r:id="rId12"/>
    <p:sldId id="374" r:id="rId13"/>
  </p:sldIdLst>
  <p:sldSz cx="10688638" cy="7553325"/>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 uri="{2D200454-40CA-4A62-9FC3-DE9A4176ACB9}">
      <p15:notes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xmi Prasad Bhatta" initials="LPB"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6600FF"/>
    <a:srgbClr val="0F5AA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74" autoAdjust="0"/>
    <p:restoredTop sz="94434" autoAdjust="0"/>
  </p:normalViewPr>
  <p:slideViewPr>
    <p:cSldViewPr snapToGrid="0">
      <p:cViewPr>
        <p:scale>
          <a:sx n="69" d="100"/>
          <a:sy n="69" d="100"/>
        </p:scale>
        <p:origin x="-810" y="-72"/>
      </p:cViewPr>
      <p:guideLst>
        <p:guide orient="horz" pos="2379"/>
        <p:guide pos="336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2832"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1" Type="http://schemas.openxmlformats.org/officeDocument/2006/relationships/image" Target="../media/image11.gif"/></Relationships>
</file>

<file path=ppt/diagrams/_rels/data2.xml.rels><?xml version="1.0" encoding="UTF-8" standalone="yes"?>
<Relationships xmlns="http://schemas.openxmlformats.org/package/2006/relationships"><Relationship Id="rId1" Type="http://schemas.openxmlformats.org/officeDocument/2006/relationships/image" Target="../media/image12.jpeg"/></Relationships>
</file>

<file path=ppt/diagrams/_rels/data3.xml.rels><?xml version="1.0" encoding="UTF-8" standalone="yes"?>
<Relationships xmlns="http://schemas.openxmlformats.org/package/2006/relationships"><Relationship Id="rId1" Type="http://schemas.openxmlformats.org/officeDocument/2006/relationships/image" Target="../media/image13.jpeg"/></Relationships>
</file>

<file path=ppt/diagrams/_rels/data4.xml.rels><?xml version="1.0" encoding="UTF-8" standalone="yes"?>
<Relationships xmlns="http://schemas.openxmlformats.org/package/2006/relationships"><Relationship Id="rId1" Type="http://schemas.openxmlformats.org/officeDocument/2006/relationships/image" Target="../media/image14.jpeg"/></Relationships>
</file>

<file path=ppt/diagrams/_rels/data5.xml.rels><?xml version="1.0" encoding="UTF-8" standalone="yes"?>
<Relationships xmlns="http://schemas.openxmlformats.org/package/2006/relationships"><Relationship Id="rId1" Type="http://schemas.openxmlformats.org/officeDocument/2006/relationships/image" Target="../media/image15.jpeg"/></Relationships>
</file>

<file path=ppt/diagrams/_rels/data6.xml.rels><?xml version="1.0" encoding="UTF-8" standalone="yes"?>
<Relationships xmlns="http://schemas.openxmlformats.org/package/2006/relationships"><Relationship Id="rId1" Type="http://schemas.openxmlformats.org/officeDocument/2006/relationships/image" Target="../media/image16.jpeg"/></Relationships>
</file>

<file path=ppt/diagrams/_rels/data7.xml.rels><?xml version="1.0" encoding="UTF-8" standalone="yes"?>
<Relationships xmlns="http://schemas.openxmlformats.org/package/2006/relationships"><Relationship Id="rId1" Type="http://schemas.openxmlformats.org/officeDocument/2006/relationships/image" Target="../media/image17.JPG"/></Relationships>
</file>

<file path=ppt/diagrams/_rels/drawing1.xml.rels><?xml version="1.0" encoding="UTF-8" standalone="yes"?>
<Relationships xmlns="http://schemas.openxmlformats.org/package/2006/relationships"><Relationship Id="rId1" Type="http://schemas.openxmlformats.org/officeDocument/2006/relationships/image" Target="../media/image11.gif"/></Relationships>
</file>

<file path=ppt/diagrams/_rels/drawing2.xml.rels><?xml version="1.0" encoding="UTF-8" standalone="yes"?>
<Relationships xmlns="http://schemas.openxmlformats.org/package/2006/relationships"><Relationship Id="rId1" Type="http://schemas.openxmlformats.org/officeDocument/2006/relationships/image" Target="../media/image12.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13.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14.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15.jpeg"/></Relationships>
</file>

<file path=ppt/diagrams/_rels/drawing6.xml.rels><?xml version="1.0" encoding="UTF-8" standalone="yes"?>
<Relationships xmlns="http://schemas.openxmlformats.org/package/2006/relationships"><Relationship Id="rId1" Type="http://schemas.openxmlformats.org/officeDocument/2006/relationships/image" Target="../media/image16.jpeg"/></Relationships>
</file>

<file path=ppt/diagrams/_rels/drawing7.xml.rels><?xml version="1.0" encoding="UTF-8" standalone="yes"?>
<Relationships xmlns="http://schemas.openxmlformats.org/package/2006/relationships"><Relationship Id="rId1" Type="http://schemas.openxmlformats.org/officeDocument/2006/relationships/image" Target="../media/image17.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C8DE3E-F75E-49D2-8BE3-139EB5FC3F4D}" type="doc">
      <dgm:prSet loTypeId="urn:microsoft.com/office/officeart/2005/8/layout/pList1" loCatId="list" qsTypeId="urn:microsoft.com/office/officeart/2005/8/quickstyle/simple1" qsCatId="simple" csTypeId="urn:microsoft.com/office/officeart/2005/8/colors/accent1_2" csCatId="accent1" phldr="1"/>
      <dgm:spPr/>
    </dgm:pt>
    <dgm:pt modelId="{0E7D7819-DF4B-4D35-BF7B-E8BF056F0D9A}">
      <dgm:prSet phldrT="[Text]" custT="1"/>
      <dgm:spPr/>
      <dgm:t>
        <a:bodyPr/>
        <a:lstStyle/>
        <a:p>
          <a:r>
            <a:rPr lang="en-GB" sz="2400" b="1" dirty="0" smtClean="0">
              <a:solidFill>
                <a:schemeClr val="bg1"/>
              </a:solidFill>
            </a:rPr>
            <a:t>Dry 3-4 month on  stacking</a:t>
          </a:r>
          <a:endParaRPr lang="en-GB" sz="2400" dirty="0"/>
        </a:p>
      </dgm:t>
    </dgm:pt>
    <dgm:pt modelId="{2D1E599E-145E-4A4C-A8F0-023C3AF7C567}" type="parTrans" cxnId="{FFF75235-27B1-406B-80C0-005E1251D7D3}">
      <dgm:prSet/>
      <dgm:spPr/>
      <dgm:t>
        <a:bodyPr/>
        <a:lstStyle/>
        <a:p>
          <a:endParaRPr lang="en-GB"/>
        </a:p>
      </dgm:t>
    </dgm:pt>
    <dgm:pt modelId="{3696A654-44B6-43A4-AFC6-AB56D8B86AA7}" type="sibTrans" cxnId="{FFF75235-27B1-406B-80C0-005E1251D7D3}">
      <dgm:prSet/>
      <dgm:spPr/>
      <dgm:t>
        <a:bodyPr/>
        <a:lstStyle/>
        <a:p>
          <a:endParaRPr lang="en-GB"/>
        </a:p>
      </dgm:t>
    </dgm:pt>
    <dgm:pt modelId="{AC5CA87A-A219-4780-AB43-01608227BC7C}" type="pres">
      <dgm:prSet presAssocID="{C6C8DE3E-F75E-49D2-8BE3-139EB5FC3F4D}" presName="Name0" presStyleCnt="0">
        <dgm:presLayoutVars>
          <dgm:dir/>
          <dgm:resizeHandles val="exact"/>
        </dgm:presLayoutVars>
      </dgm:prSet>
      <dgm:spPr/>
    </dgm:pt>
    <dgm:pt modelId="{6CE870D2-A540-4D75-9C93-04F57FCCFA00}" type="pres">
      <dgm:prSet presAssocID="{0E7D7819-DF4B-4D35-BF7B-E8BF056F0D9A}" presName="compNode" presStyleCnt="0"/>
      <dgm:spPr/>
    </dgm:pt>
    <dgm:pt modelId="{66CA34BE-93EB-4BB1-B756-90B20C6CB16A}" type="pres">
      <dgm:prSet presAssocID="{0E7D7819-DF4B-4D35-BF7B-E8BF056F0D9A}" presName="pictRect" presStyleLbl="node1" presStyleIdx="0" presStyleCnt="1" custScaleX="192439" custScaleY="208164" custLinFactNeighborX="1472" custLinFactNeighborY="30380"/>
      <dgm:spPr>
        <a:blipFill>
          <a:blip xmlns:r="http://schemas.openxmlformats.org/officeDocument/2006/relationships" r:embed="rId1">
            <a:extLst>
              <a:ext uri="{28A0092B-C50C-407E-A947-70E740481C1C}">
                <a14:useLocalDpi xmlns:a14="http://schemas.microsoft.com/office/drawing/2010/main" val="0"/>
              </a:ext>
            </a:extLst>
          </a:blip>
          <a:srcRect/>
          <a:stretch>
            <a:fillRect t="-23000" b="-23000"/>
          </a:stretch>
        </a:blipFill>
      </dgm:spPr>
    </dgm:pt>
    <dgm:pt modelId="{3F6E6AC7-8258-4C1B-BA09-A543B1221F03}" type="pres">
      <dgm:prSet presAssocID="{0E7D7819-DF4B-4D35-BF7B-E8BF056F0D9A}" presName="textRect" presStyleLbl="revTx" presStyleIdx="0" presStyleCnt="1" custScaleX="192724" custLinFactNeighborX="-4623" custLinFactNeighborY="-10263">
        <dgm:presLayoutVars>
          <dgm:bulletEnabled val="1"/>
        </dgm:presLayoutVars>
      </dgm:prSet>
      <dgm:spPr/>
      <dgm:t>
        <a:bodyPr/>
        <a:lstStyle/>
        <a:p>
          <a:endParaRPr lang="en-GB"/>
        </a:p>
      </dgm:t>
    </dgm:pt>
  </dgm:ptLst>
  <dgm:cxnLst>
    <dgm:cxn modelId="{7F9F0199-845F-4E4C-8B9F-74438C2D76BF}" type="presOf" srcId="{0E7D7819-DF4B-4D35-BF7B-E8BF056F0D9A}" destId="{3F6E6AC7-8258-4C1B-BA09-A543B1221F03}" srcOrd="0" destOrd="0" presId="urn:microsoft.com/office/officeart/2005/8/layout/pList1"/>
    <dgm:cxn modelId="{FFF75235-27B1-406B-80C0-005E1251D7D3}" srcId="{C6C8DE3E-F75E-49D2-8BE3-139EB5FC3F4D}" destId="{0E7D7819-DF4B-4D35-BF7B-E8BF056F0D9A}" srcOrd="0" destOrd="0" parTransId="{2D1E599E-145E-4A4C-A8F0-023C3AF7C567}" sibTransId="{3696A654-44B6-43A4-AFC6-AB56D8B86AA7}"/>
    <dgm:cxn modelId="{90337E12-793B-4102-A2F9-9F4AAC88778B}" type="presOf" srcId="{C6C8DE3E-F75E-49D2-8BE3-139EB5FC3F4D}" destId="{AC5CA87A-A219-4780-AB43-01608227BC7C}" srcOrd="0" destOrd="0" presId="urn:microsoft.com/office/officeart/2005/8/layout/pList1"/>
    <dgm:cxn modelId="{300A1AE8-0CDC-4EB9-AB1B-2DB8A24060FA}" type="presParOf" srcId="{AC5CA87A-A219-4780-AB43-01608227BC7C}" destId="{6CE870D2-A540-4D75-9C93-04F57FCCFA00}" srcOrd="0" destOrd="0" presId="urn:microsoft.com/office/officeart/2005/8/layout/pList1"/>
    <dgm:cxn modelId="{91039B61-6C24-493C-AAE4-023AB11F1E71}" type="presParOf" srcId="{6CE870D2-A540-4D75-9C93-04F57FCCFA00}" destId="{66CA34BE-93EB-4BB1-B756-90B20C6CB16A}" srcOrd="0" destOrd="0" presId="urn:microsoft.com/office/officeart/2005/8/layout/pList1"/>
    <dgm:cxn modelId="{AF8F436B-6FB8-4139-85E5-BC11F01035D6}" type="presParOf" srcId="{6CE870D2-A540-4D75-9C93-04F57FCCFA00}" destId="{3F6E6AC7-8258-4C1B-BA09-A543B1221F03}" srcOrd="1" destOrd="0" presId="urn:microsoft.com/office/officeart/2005/8/layout/p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CF6E4A-6CB6-438B-BD8F-BD95AB47DFDE}"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GB"/>
        </a:p>
      </dgm:t>
    </dgm:pt>
    <dgm:pt modelId="{6CF75381-7F2E-44AF-8233-849B3BC8B9F0}">
      <dgm:prSet phldrT="[Text]" custT="1"/>
      <dgm:spPr/>
      <dgm:t>
        <a:bodyPr/>
        <a:lstStyle/>
        <a:p>
          <a:r>
            <a:rPr lang="en-GB" sz="2200" b="1" dirty="0" smtClean="0">
              <a:solidFill>
                <a:schemeClr val="bg1"/>
              </a:solidFill>
            </a:rPr>
            <a:t>Apply anti termites chemical</a:t>
          </a:r>
          <a:endParaRPr lang="en-GB" sz="2200" b="1" dirty="0">
            <a:solidFill>
              <a:schemeClr val="bg1"/>
            </a:solidFill>
          </a:endParaRPr>
        </a:p>
      </dgm:t>
    </dgm:pt>
    <dgm:pt modelId="{3B2EC4A2-CB96-43E3-BCCB-37493906BBF2}" type="parTrans" cxnId="{749A820D-6FA0-4F3F-A35E-439F14011184}">
      <dgm:prSet/>
      <dgm:spPr/>
      <dgm:t>
        <a:bodyPr/>
        <a:lstStyle/>
        <a:p>
          <a:endParaRPr lang="en-GB"/>
        </a:p>
      </dgm:t>
    </dgm:pt>
    <dgm:pt modelId="{855132E3-727B-442F-B6EB-E921D0CF8CB7}" type="sibTrans" cxnId="{749A820D-6FA0-4F3F-A35E-439F14011184}">
      <dgm:prSet/>
      <dgm:spPr/>
      <dgm:t>
        <a:bodyPr/>
        <a:lstStyle/>
        <a:p>
          <a:endParaRPr lang="en-GB"/>
        </a:p>
      </dgm:t>
    </dgm:pt>
    <dgm:pt modelId="{45BB8B79-ED85-4667-BBE2-BAF8B01E432F}" type="pres">
      <dgm:prSet presAssocID="{EDCF6E4A-6CB6-438B-BD8F-BD95AB47DFDE}" presName="Name0" presStyleCnt="0">
        <dgm:presLayoutVars>
          <dgm:dir/>
          <dgm:resizeHandles val="exact"/>
        </dgm:presLayoutVars>
      </dgm:prSet>
      <dgm:spPr/>
      <dgm:t>
        <a:bodyPr/>
        <a:lstStyle/>
        <a:p>
          <a:endParaRPr lang="en-GB"/>
        </a:p>
      </dgm:t>
    </dgm:pt>
    <dgm:pt modelId="{F761FA45-6305-482B-A7BB-7F2579632A93}" type="pres">
      <dgm:prSet presAssocID="{6CF75381-7F2E-44AF-8233-849B3BC8B9F0}" presName="compNode" presStyleCnt="0"/>
      <dgm:spPr/>
    </dgm:pt>
    <dgm:pt modelId="{FD27AEB5-3B4F-4A82-836C-E644100FC03F}" type="pres">
      <dgm:prSet presAssocID="{6CF75381-7F2E-44AF-8233-849B3BC8B9F0}" presName="pictRect" presStyleLbl="node1" presStyleIdx="0" presStyleCnt="1" custScaleX="148508" custScaleY="156788" custLinFactNeighborX="4951" custLinFactNeighborY="15628"/>
      <dgm:spPr>
        <a:blipFill>
          <a:blip xmlns:r="http://schemas.openxmlformats.org/officeDocument/2006/relationships" r:embed="rId1" cstate="email">
            <a:extLst>
              <a:ext uri="{28A0092B-C50C-407E-A947-70E740481C1C}">
                <a14:useLocalDpi xmlns:a14="http://schemas.microsoft.com/office/drawing/2010/main" val="0"/>
              </a:ext>
            </a:extLst>
          </a:blip>
          <a:srcRect/>
          <a:stretch>
            <a:fillRect t="-3000" b="-3000"/>
          </a:stretch>
        </a:blipFill>
      </dgm:spPr>
    </dgm:pt>
    <dgm:pt modelId="{8452A15C-6DBA-4828-9633-82DD3C0A26CC}" type="pres">
      <dgm:prSet presAssocID="{6CF75381-7F2E-44AF-8233-849B3BC8B9F0}" presName="textRect" presStyleLbl="revTx" presStyleIdx="0" presStyleCnt="1" custScaleX="158202" custScaleY="67083" custLinFactY="-100000" custLinFactNeighborX="-4779" custLinFactNeighborY="-113832">
        <dgm:presLayoutVars>
          <dgm:bulletEnabled val="1"/>
        </dgm:presLayoutVars>
      </dgm:prSet>
      <dgm:spPr/>
      <dgm:t>
        <a:bodyPr/>
        <a:lstStyle/>
        <a:p>
          <a:endParaRPr lang="en-GB"/>
        </a:p>
      </dgm:t>
    </dgm:pt>
  </dgm:ptLst>
  <dgm:cxnLst>
    <dgm:cxn modelId="{ECF95F94-D2E7-48B0-A0CC-E6421C0DD0B7}" type="presOf" srcId="{EDCF6E4A-6CB6-438B-BD8F-BD95AB47DFDE}" destId="{45BB8B79-ED85-4667-BBE2-BAF8B01E432F}" srcOrd="0" destOrd="0" presId="urn:microsoft.com/office/officeart/2005/8/layout/pList1"/>
    <dgm:cxn modelId="{2B2A6288-5BC5-43C3-99AC-E3B2EC3148C6}" type="presOf" srcId="{6CF75381-7F2E-44AF-8233-849B3BC8B9F0}" destId="{8452A15C-6DBA-4828-9633-82DD3C0A26CC}" srcOrd="0" destOrd="0" presId="urn:microsoft.com/office/officeart/2005/8/layout/pList1"/>
    <dgm:cxn modelId="{749A820D-6FA0-4F3F-A35E-439F14011184}" srcId="{EDCF6E4A-6CB6-438B-BD8F-BD95AB47DFDE}" destId="{6CF75381-7F2E-44AF-8233-849B3BC8B9F0}" srcOrd="0" destOrd="0" parTransId="{3B2EC4A2-CB96-43E3-BCCB-37493906BBF2}" sibTransId="{855132E3-727B-442F-B6EB-E921D0CF8CB7}"/>
    <dgm:cxn modelId="{ABC5105D-83E8-4B39-B0A1-F95CE85ECE1D}" type="presParOf" srcId="{45BB8B79-ED85-4667-BBE2-BAF8B01E432F}" destId="{F761FA45-6305-482B-A7BB-7F2579632A93}" srcOrd="0" destOrd="0" presId="urn:microsoft.com/office/officeart/2005/8/layout/pList1"/>
    <dgm:cxn modelId="{70A9DC76-3436-4964-8C43-F51995519EF9}" type="presParOf" srcId="{F761FA45-6305-482B-A7BB-7F2579632A93}" destId="{FD27AEB5-3B4F-4A82-836C-E644100FC03F}" srcOrd="0" destOrd="0" presId="urn:microsoft.com/office/officeart/2005/8/layout/pList1"/>
    <dgm:cxn modelId="{AF7EF9F4-8FED-414E-B5CF-B75F38431286}" type="presParOf" srcId="{F761FA45-6305-482B-A7BB-7F2579632A93}" destId="{8452A15C-6DBA-4828-9633-82DD3C0A26CC}" srcOrd="1" destOrd="0" presId="urn:microsoft.com/office/officeart/2005/8/layout/p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F5973C-7AA1-491E-9209-878FD6D68035}" type="doc">
      <dgm:prSet loTypeId="urn:microsoft.com/office/officeart/2005/8/layout/pList1" loCatId="list" qsTypeId="urn:microsoft.com/office/officeart/2005/8/quickstyle/simple1" qsCatId="simple" csTypeId="urn:microsoft.com/office/officeart/2005/8/colors/accent1_2" csCatId="accent1" phldr="1"/>
      <dgm:spPr/>
    </dgm:pt>
    <dgm:pt modelId="{8236B4CE-9406-4984-9F0E-ECD85192D0D8}">
      <dgm:prSet phldrT="[Text]" custT="1"/>
      <dgm:spPr/>
      <dgm:t>
        <a:bodyPr/>
        <a:lstStyle/>
        <a:p>
          <a:r>
            <a:rPr lang="en-GB" sz="2200" b="1" dirty="0" smtClean="0">
              <a:solidFill>
                <a:schemeClr val="bg1"/>
              </a:solidFill>
            </a:rPr>
            <a:t>Dry 6-8 hour</a:t>
          </a:r>
          <a:endParaRPr lang="en-GB" sz="2200" b="1" dirty="0">
            <a:solidFill>
              <a:schemeClr val="bg1"/>
            </a:solidFill>
          </a:endParaRPr>
        </a:p>
      </dgm:t>
    </dgm:pt>
    <dgm:pt modelId="{8ED06AB8-A188-4EEC-A39E-51999BC51ABF}" type="parTrans" cxnId="{4740C25B-3B01-4955-9099-7037998B7A2E}">
      <dgm:prSet/>
      <dgm:spPr/>
      <dgm:t>
        <a:bodyPr/>
        <a:lstStyle/>
        <a:p>
          <a:endParaRPr lang="en-GB"/>
        </a:p>
      </dgm:t>
    </dgm:pt>
    <dgm:pt modelId="{15C3B26B-1206-42B1-BF9C-8B8E52F03921}" type="sibTrans" cxnId="{4740C25B-3B01-4955-9099-7037998B7A2E}">
      <dgm:prSet/>
      <dgm:spPr/>
      <dgm:t>
        <a:bodyPr/>
        <a:lstStyle/>
        <a:p>
          <a:endParaRPr lang="en-GB"/>
        </a:p>
      </dgm:t>
    </dgm:pt>
    <dgm:pt modelId="{D8078295-6868-43DA-9B3B-BF1C91B940DB}" type="pres">
      <dgm:prSet presAssocID="{DAF5973C-7AA1-491E-9209-878FD6D68035}" presName="Name0" presStyleCnt="0">
        <dgm:presLayoutVars>
          <dgm:dir/>
          <dgm:resizeHandles val="exact"/>
        </dgm:presLayoutVars>
      </dgm:prSet>
      <dgm:spPr/>
    </dgm:pt>
    <dgm:pt modelId="{7DD38FB2-21AA-4A15-995F-E256F949F2CA}" type="pres">
      <dgm:prSet presAssocID="{8236B4CE-9406-4984-9F0E-ECD85192D0D8}" presName="compNode" presStyleCnt="0"/>
      <dgm:spPr/>
    </dgm:pt>
    <dgm:pt modelId="{10D0DF53-27C0-486D-93A8-534CB34CD24A}" type="pres">
      <dgm:prSet presAssocID="{8236B4CE-9406-4984-9F0E-ECD85192D0D8}" presName="pictRect" presStyleLbl="node1" presStyleIdx="0" presStyleCnt="1" custScaleX="167260" custScaleY="148331" custLinFactNeighborX="20348" custLinFactNeighborY="12213"/>
      <dgm:spPr>
        <a:blipFill>
          <a:blip xmlns:r="http://schemas.openxmlformats.org/officeDocument/2006/relationships" r:embed="rId1" cstate="email">
            <a:extLst>
              <a:ext uri="{28A0092B-C50C-407E-A947-70E740481C1C}">
                <a14:useLocalDpi xmlns:a14="http://schemas.microsoft.com/office/drawing/2010/main" val="0"/>
              </a:ext>
            </a:extLst>
          </a:blip>
          <a:srcRect/>
          <a:stretch>
            <a:fillRect t="-31000" b="-31000"/>
          </a:stretch>
        </a:blipFill>
      </dgm:spPr>
    </dgm:pt>
    <dgm:pt modelId="{EBF6B37C-F4AB-45CC-81A4-A62690CAE3A6}" type="pres">
      <dgm:prSet presAssocID="{8236B4CE-9406-4984-9F0E-ECD85192D0D8}" presName="textRect" presStyleLbl="revTx" presStyleIdx="0" presStyleCnt="1" custScaleX="165895" custLinFactNeighborX="8579" custLinFactNeighborY="1047">
        <dgm:presLayoutVars>
          <dgm:bulletEnabled val="1"/>
        </dgm:presLayoutVars>
      </dgm:prSet>
      <dgm:spPr/>
      <dgm:t>
        <a:bodyPr/>
        <a:lstStyle/>
        <a:p>
          <a:endParaRPr lang="en-GB"/>
        </a:p>
      </dgm:t>
    </dgm:pt>
  </dgm:ptLst>
  <dgm:cxnLst>
    <dgm:cxn modelId="{74B06BD2-B9A1-44DD-BCC1-EA41732AD75F}" type="presOf" srcId="{8236B4CE-9406-4984-9F0E-ECD85192D0D8}" destId="{EBF6B37C-F4AB-45CC-81A4-A62690CAE3A6}" srcOrd="0" destOrd="0" presId="urn:microsoft.com/office/officeart/2005/8/layout/pList1"/>
    <dgm:cxn modelId="{4740C25B-3B01-4955-9099-7037998B7A2E}" srcId="{DAF5973C-7AA1-491E-9209-878FD6D68035}" destId="{8236B4CE-9406-4984-9F0E-ECD85192D0D8}" srcOrd="0" destOrd="0" parTransId="{8ED06AB8-A188-4EEC-A39E-51999BC51ABF}" sibTransId="{15C3B26B-1206-42B1-BF9C-8B8E52F03921}"/>
    <dgm:cxn modelId="{3A86749D-6749-4489-AE24-BBEC35E47DE3}" type="presOf" srcId="{DAF5973C-7AA1-491E-9209-878FD6D68035}" destId="{D8078295-6868-43DA-9B3B-BF1C91B940DB}" srcOrd="0" destOrd="0" presId="urn:microsoft.com/office/officeart/2005/8/layout/pList1"/>
    <dgm:cxn modelId="{4EE5BCF4-E2FD-48A9-B897-59B9BE7F7C4D}" type="presParOf" srcId="{D8078295-6868-43DA-9B3B-BF1C91B940DB}" destId="{7DD38FB2-21AA-4A15-995F-E256F949F2CA}" srcOrd="0" destOrd="0" presId="urn:microsoft.com/office/officeart/2005/8/layout/pList1"/>
    <dgm:cxn modelId="{4114D5F5-8A4C-4751-9D86-B9F486FCBFDD}" type="presParOf" srcId="{7DD38FB2-21AA-4A15-995F-E256F949F2CA}" destId="{10D0DF53-27C0-486D-93A8-534CB34CD24A}" srcOrd="0" destOrd="0" presId="urn:microsoft.com/office/officeart/2005/8/layout/pList1"/>
    <dgm:cxn modelId="{F38AA3F0-A7AB-4B01-A77A-4B91908D05A7}" type="presParOf" srcId="{7DD38FB2-21AA-4A15-995F-E256F949F2CA}" destId="{EBF6B37C-F4AB-45CC-81A4-A62690CAE3A6}" srcOrd="1" destOrd="0" presId="urn:microsoft.com/office/officeart/2005/8/layout/pList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0F82500-3644-49A9-880A-A96B1BB7BF2B}" type="doc">
      <dgm:prSet loTypeId="urn:microsoft.com/office/officeart/2005/8/layout/pList1" loCatId="list" qsTypeId="urn:microsoft.com/office/officeart/2005/8/quickstyle/simple1" qsCatId="simple" csTypeId="urn:microsoft.com/office/officeart/2005/8/colors/accent1_2" csCatId="accent1" phldr="1"/>
      <dgm:spPr/>
    </dgm:pt>
    <dgm:pt modelId="{BAA92BCC-31FB-4C93-AFC9-33EA1368AEDE}">
      <dgm:prSet phldrT="[Text]" custT="1"/>
      <dgm:spPr/>
      <dgm:t>
        <a:bodyPr/>
        <a:lstStyle/>
        <a:p>
          <a:r>
            <a:rPr lang="en-GB" sz="2200" b="1" dirty="0" smtClean="0">
              <a:solidFill>
                <a:schemeClr val="bg1"/>
              </a:solidFill>
            </a:rPr>
            <a:t>Semi-liquid bitumen</a:t>
          </a:r>
          <a:endParaRPr lang="en-GB" sz="2200" b="1" dirty="0">
            <a:solidFill>
              <a:schemeClr val="bg1"/>
            </a:solidFill>
          </a:endParaRPr>
        </a:p>
      </dgm:t>
    </dgm:pt>
    <dgm:pt modelId="{8717CCC6-A485-49EA-844E-789E05AAFFA2}" type="parTrans" cxnId="{3A105F7D-C57F-4213-AF27-B3BF41498AAA}">
      <dgm:prSet/>
      <dgm:spPr/>
      <dgm:t>
        <a:bodyPr/>
        <a:lstStyle/>
        <a:p>
          <a:endParaRPr lang="en-GB"/>
        </a:p>
      </dgm:t>
    </dgm:pt>
    <dgm:pt modelId="{DD26FF6C-417E-4450-80C4-96360173B9E9}" type="sibTrans" cxnId="{3A105F7D-C57F-4213-AF27-B3BF41498AAA}">
      <dgm:prSet/>
      <dgm:spPr/>
      <dgm:t>
        <a:bodyPr/>
        <a:lstStyle/>
        <a:p>
          <a:endParaRPr lang="en-GB"/>
        </a:p>
      </dgm:t>
    </dgm:pt>
    <dgm:pt modelId="{6AB0A03B-21F9-48A8-8430-AAA2802DEF5D}" type="pres">
      <dgm:prSet presAssocID="{20F82500-3644-49A9-880A-A96B1BB7BF2B}" presName="Name0" presStyleCnt="0">
        <dgm:presLayoutVars>
          <dgm:dir/>
          <dgm:resizeHandles val="exact"/>
        </dgm:presLayoutVars>
      </dgm:prSet>
      <dgm:spPr/>
    </dgm:pt>
    <dgm:pt modelId="{F1270CCD-DFBB-47C5-9503-A864CB4752DA}" type="pres">
      <dgm:prSet presAssocID="{BAA92BCC-31FB-4C93-AFC9-33EA1368AEDE}" presName="compNode" presStyleCnt="0"/>
      <dgm:spPr/>
    </dgm:pt>
    <dgm:pt modelId="{774A436D-EB2A-453C-82CF-841D14C06958}" type="pres">
      <dgm:prSet presAssocID="{BAA92BCC-31FB-4C93-AFC9-33EA1368AEDE}" presName="pictRect" presStyleLbl="node1" presStyleIdx="0" presStyleCnt="1" custScaleX="116061" custScaleY="103472" custLinFactNeighborX="-7018" custLinFactNeighborY="23320"/>
      <dgm:spPr>
        <a:blipFill>
          <a:blip xmlns:r="http://schemas.openxmlformats.org/officeDocument/2006/relationships" r:embed="rId1" cstate="email">
            <a:extLst>
              <a:ext uri="{28A0092B-C50C-407E-A947-70E740481C1C}">
                <a14:useLocalDpi xmlns:a14="http://schemas.microsoft.com/office/drawing/2010/main" val="0"/>
              </a:ext>
            </a:extLst>
          </a:blip>
          <a:srcRect/>
          <a:stretch>
            <a:fillRect t="-4000" b="-4000"/>
          </a:stretch>
        </a:blipFill>
      </dgm:spPr>
    </dgm:pt>
    <dgm:pt modelId="{A7B11E70-B730-4770-A121-29D19AD33DEB}" type="pres">
      <dgm:prSet presAssocID="{BAA92BCC-31FB-4C93-AFC9-33EA1368AEDE}" presName="textRect" presStyleLbl="revTx" presStyleIdx="0" presStyleCnt="1" custScaleX="142600" custLinFactNeighborX="-2449" custLinFactNeighborY="14449">
        <dgm:presLayoutVars>
          <dgm:bulletEnabled val="1"/>
        </dgm:presLayoutVars>
      </dgm:prSet>
      <dgm:spPr/>
      <dgm:t>
        <a:bodyPr/>
        <a:lstStyle/>
        <a:p>
          <a:endParaRPr lang="en-GB"/>
        </a:p>
      </dgm:t>
    </dgm:pt>
  </dgm:ptLst>
  <dgm:cxnLst>
    <dgm:cxn modelId="{3A105F7D-C57F-4213-AF27-B3BF41498AAA}" srcId="{20F82500-3644-49A9-880A-A96B1BB7BF2B}" destId="{BAA92BCC-31FB-4C93-AFC9-33EA1368AEDE}" srcOrd="0" destOrd="0" parTransId="{8717CCC6-A485-49EA-844E-789E05AAFFA2}" sibTransId="{DD26FF6C-417E-4450-80C4-96360173B9E9}"/>
    <dgm:cxn modelId="{F6E7F97D-A510-4B61-BB48-A4EEDA363EDC}" type="presOf" srcId="{20F82500-3644-49A9-880A-A96B1BB7BF2B}" destId="{6AB0A03B-21F9-48A8-8430-AAA2802DEF5D}" srcOrd="0" destOrd="0" presId="urn:microsoft.com/office/officeart/2005/8/layout/pList1"/>
    <dgm:cxn modelId="{A8CF94DD-FF88-4B68-A409-ECB283C69647}" type="presOf" srcId="{BAA92BCC-31FB-4C93-AFC9-33EA1368AEDE}" destId="{A7B11E70-B730-4770-A121-29D19AD33DEB}" srcOrd="0" destOrd="0" presId="urn:microsoft.com/office/officeart/2005/8/layout/pList1"/>
    <dgm:cxn modelId="{1535C870-5D03-43A5-9AE9-CC9474C48890}" type="presParOf" srcId="{6AB0A03B-21F9-48A8-8430-AAA2802DEF5D}" destId="{F1270CCD-DFBB-47C5-9503-A864CB4752DA}" srcOrd="0" destOrd="0" presId="urn:microsoft.com/office/officeart/2005/8/layout/pList1"/>
    <dgm:cxn modelId="{BF8F3B0F-C799-436E-B46B-8748CD2F04D0}" type="presParOf" srcId="{F1270CCD-DFBB-47C5-9503-A864CB4752DA}" destId="{774A436D-EB2A-453C-82CF-841D14C06958}" srcOrd="0" destOrd="0" presId="urn:microsoft.com/office/officeart/2005/8/layout/pList1"/>
    <dgm:cxn modelId="{9539D7FB-7BAA-4F8B-A3F7-D0E4ECB842A8}" type="presParOf" srcId="{F1270CCD-DFBB-47C5-9503-A864CB4752DA}" destId="{A7B11E70-B730-4770-A121-29D19AD33DEB}" srcOrd="1" destOrd="0" presId="urn:microsoft.com/office/officeart/2005/8/layout/pList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8A769A5-2279-4C34-9522-B07532FAE7B8}" type="doc">
      <dgm:prSet loTypeId="urn:microsoft.com/office/officeart/2005/8/layout/pList1" loCatId="list" qsTypeId="urn:microsoft.com/office/officeart/2005/8/quickstyle/simple1" qsCatId="simple" csTypeId="urn:microsoft.com/office/officeart/2005/8/colors/accent1_2" csCatId="accent1" phldr="1"/>
      <dgm:spPr/>
    </dgm:pt>
    <dgm:pt modelId="{07179227-F794-4A6A-BB6F-024D5CE2FB79}">
      <dgm:prSet phldrT="[Text]" custT="1"/>
      <dgm:spPr/>
      <dgm:t>
        <a:bodyPr/>
        <a:lstStyle/>
        <a:p>
          <a:r>
            <a:rPr lang="en-GB" sz="2200" b="1" dirty="0" smtClean="0">
              <a:solidFill>
                <a:schemeClr val="bg1"/>
              </a:solidFill>
            </a:rPr>
            <a:t>Heat the bitumen</a:t>
          </a:r>
          <a:endParaRPr lang="en-GB" sz="2200" b="1" dirty="0">
            <a:solidFill>
              <a:schemeClr val="bg1"/>
            </a:solidFill>
          </a:endParaRPr>
        </a:p>
      </dgm:t>
    </dgm:pt>
    <dgm:pt modelId="{01531F07-D1C1-4F87-AF08-593617ADBE88}" type="parTrans" cxnId="{8E8F36F3-B643-4041-A416-121F9490DC4E}">
      <dgm:prSet/>
      <dgm:spPr/>
      <dgm:t>
        <a:bodyPr/>
        <a:lstStyle/>
        <a:p>
          <a:endParaRPr lang="en-GB"/>
        </a:p>
      </dgm:t>
    </dgm:pt>
    <dgm:pt modelId="{879BF9F4-2210-4FD3-8FF4-15E7B7D054E0}" type="sibTrans" cxnId="{8E8F36F3-B643-4041-A416-121F9490DC4E}">
      <dgm:prSet/>
      <dgm:spPr/>
      <dgm:t>
        <a:bodyPr/>
        <a:lstStyle/>
        <a:p>
          <a:endParaRPr lang="en-GB"/>
        </a:p>
      </dgm:t>
    </dgm:pt>
    <dgm:pt modelId="{322856F9-E797-44BF-AA88-F529380094E3}" type="pres">
      <dgm:prSet presAssocID="{A8A769A5-2279-4C34-9522-B07532FAE7B8}" presName="Name0" presStyleCnt="0">
        <dgm:presLayoutVars>
          <dgm:dir/>
          <dgm:resizeHandles val="exact"/>
        </dgm:presLayoutVars>
      </dgm:prSet>
      <dgm:spPr/>
    </dgm:pt>
    <dgm:pt modelId="{B6BE5326-065B-43BC-A5C9-9FAB1A5F7511}" type="pres">
      <dgm:prSet presAssocID="{07179227-F794-4A6A-BB6F-024D5CE2FB79}" presName="compNode" presStyleCnt="0"/>
      <dgm:spPr/>
    </dgm:pt>
    <dgm:pt modelId="{79FD6CB5-8918-492A-A505-60F01838A51F}" type="pres">
      <dgm:prSet presAssocID="{07179227-F794-4A6A-BB6F-024D5CE2FB79}" presName="pictRect" presStyleLbl="node1" presStyleIdx="0" presStyleCnt="1" custAng="0" custScaleX="143019" custScaleY="159895" custLinFactNeighborX="-8231" custLinFactNeighborY="6315"/>
      <dgm:spPr>
        <a:blipFill>
          <a:blip xmlns:r="http://schemas.openxmlformats.org/officeDocument/2006/relationships" r:embed="rId1" cstate="email">
            <a:extLst>
              <a:ext uri="{28A0092B-C50C-407E-A947-70E740481C1C}">
                <a14:useLocalDpi xmlns:a14="http://schemas.microsoft.com/office/drawing/2010/main" val="0"/>
              </a:ext>
            </a:extLst>
          </a:blip>
          <a:srcRect/>
          <a:stretch>
            <a:fillRect t="-6000" b="-6000"/>
          </a:stretch>
        </a:blipFill>
      </dgm:spPr>
    </dgm:pt>
    <dgm:pt modelId="{D4B579D9-4713-4FCE-82FD-D40611D9E707}" type="pres">
      <dgm:prSet presAssocID="{07179227-F794-4A6A-BB6F-024D5CE2FB79}" presName="textRect" presStyleLbl="revTx" presStyleIdx="0" presStyleCnt="1" custScaleX="138962" custLinFactNeighborX="-2036" custLinFactNeighborY="15664">
        <dgm:presLayoutVars>
          <dgm:bulletEnabled val="1"/>
        </dgm:presLayoutVars>
      </dgm:prSet>
      <dgm:spPr/>
      <dgm:t>
        <a:bodyPr/>
        <a:lstStyle/>
        <a:p>
          <a:endParaRPr lang="en-US"/>
        </a:p>
      </dgm:t>
    </dgm:pt>
  </dgm:ptLst>
  <dgm:cxnLst>
    <dgm:cxn modelId="{7D3C54E3-C9A0-477C-828F-510AEBAA1B2B}" type="presOf" srcId="{07179227-F794-4A6A-BB6F-024D5CE2FB79}" destId="{D4B579D9-4713-4FCE-82FD-D40611D9E707}" srcOrd="0" destOrd="0" presId="urn:microsoft.com/office/officeart/2005/8/layout/pList1"/>
    <dgm:cxn modelId="{99DE73D5-C108-4D82-8F64-DDDB245899C8}" type="presOf" srcId="{A8A769A5-2279-4C34-9522-B07532FAE7B8}" destId="{322856F9-E797-44BF-AA88-F529380094E3}" srcOrd="0" destOrd="0" presId="urn:microsoft.com/office/officeart/2005/8/layout/pList1"/>
    <dgm:cxn modelId="{8E8F36F3-B643-4041-A416-121F9490DC4E}" srcId="{A8A769A5-2279-4C34-9522-B07532FAE7B8}" destId="{07179227-F794-4A6A-BB6F-024D5CE2FB79}" srcOrd="0" destOrd="0" parTransId="{01531F07-D1C1-4F87-AF08-593617ADBE88}" sibTransId="{879BF9F4-2210-4FD3-8FF4-15E7B7D054E0}"/>
    <dgm:cxn modelId="{8233B232-22EC-443D-AE67-41A37267990D}" type="presParOf" srcId="{322856F9-E797-44BF-AA88-F529380094E3}" destId="{B6BE5326-065B-43BC-A5C9-9FAB1A5F7511}" srcOrd="0" destOrd="0" presId="urn:microsoft.com/office/officeart/2005/8/layout/pList1"/>
    <dgm:cxn modelId="{49E194D8-1754-4AB8-BF9F-699CF5F49719}" type="presParOf" srcId="{B6BE5326-065B-43BC-A5C9-9FAB1A5F7511}" destId="{79FD6CB5-8918-492A-A505-60F01838A51F}" srcOrd="0" destOrd="0" presId="urn:microsoft.com/office/officeart/2005/8/layout/pList1"/>
    <dgm:cxn modelId="{C74C3B3F-B9C6-4BC0-9486-5C69FCCC4AAF}" type="presParOf" srcId="{B6BE5326-065B-43BC-A5C9-9FAB1A5F7511}" destId="{D4B579D9-4713-4FCE-82FD-D40611D9E707}" srcOrd="1" destOrd="0" presId="urn:microsoft.com/office/officeart/2005/8/layout/pList1"/>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4D37487-1021-4135-A820-7F8D86A2D34B}"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US"/>
        </a:p>
      </dgm:t>
    </dgm:pt>
    <dgm:pt modelId="{81E8030C-98E2-41F1-8CF8-7C09355970B7}">
      <dgm:prSet phldrT="[Text]" custT="1"/>
      <dgm:spPr/>
      <dgm:t>
        <a:bodyPr/>
        <a:lstStyle/>
        <a:p>
          <a:r>
            <a:rPr lang="en-GB" sz="2200" b="1" dirty="0" smtClean="0">
              <a:solidFill>
                <a:schemeClr val="bg1"/>
              </a:solidFill>
            </a:rPr>
            <a:t>Mix bitumen with kerosene oil</a:t>
          </a:r>
          <a:endParaRPr lang="en-GB" sz="2200" b="1" dirty="0">
            <a:solidFill>
              <a:schemeClr val="bg1"/>
            </a:solidFill>
          </a:endParaRPr>
        </a:p>
      </dgm:t>
    </dgm:pt>
    <dgm:pt modelId="{C32FF8D0-9603-48A9-8CFC-8B905EFD8EDD}" type="sibTrans" cxnId="{AC492670-C8DA-4C85-9DC5-56C9BB641FC7}">
      <dgm:prSet/>
      <dgm:spPr/>
      <dgm:t>
        <a:bodyPr/>
        <a:lstStyle/>
        <a:p>
          <a:endParaRPr lang="en-GB"/>
        </a:p>
      </dgm:t>
    </dgm:pt>
    <dgm:pt modelId="{2829394C-17B9-4411-81C8-3FE75204E248}" type="parTrans" cxnId="{AC492670-C8DA-4C85-9DC5-56C9BB641FC7}">
      <dgm:prSet/>
      <dgm:spPr/>
      <dgm:t>
        <a:bodyPr/>
        <a:lstStyle/>
        <a:p>
          <a:endParaRPr lang="en-GB"/>
        </a:p>
      </dgm:t>
    </dgm:pt>
    <dgm:pt modelId="{8A255C4C-B65E-4FA0-8D13-E4F13249FBA2}" type="pres">
      <dgm:prSet presAssocID="{14D37487-1021-4135-A820-7F8D86A2D34B}" presName="Name0" presStyleCnt="0">
        <dgm:presLayoutVars>
          <dgm:dir/>
          <dgm:resizeHandles val="exact"/>
        </dgm:presLayoutVars>
      </dgm:prSet>
      <dgm:spPr/>
      <dgm:t>
        <a:bodyPr/>
        <a:lstStyle/>
        <a:p>
          <a:endParaRPr lang="en-US"/>
        </a:p>
      </dgm:t>
    </dgm:pt>
    <dgm:pt modelId="{32102C81-6684-4B4D-853B-27DAD7209376}" type="pres">
      <dgm:prSet presAssocID="{81E8030C-98E2-41F1-8CF8-7C09355970B7}" presName="compNode" presStyleCnt="0"/>
      <dgm:spPr/>
    </dgm:pt>
    <dgm:pt modelId="{E2955194-AEC3-47B4-A8C4-96A134BFC99F}" type="pres">
      <dgm:prSet presAssocID="{81E8030C-98E2-41F1-8CF8-7C09355970B7}" presName="pictRect" presStyleLbl="node1" presStyleIdx="0" presStyleCnt="1" custScaleX="133814" custScaleY="153557" custLinFactNeighborX="1340" custLinFactNeighborY="8378"/>
      <dgm:spPr>
        <a:blipFill>
          <a:blip xmlns:r="http://schemas.openxmlformats.org/officeDocument/2006/relationships" r:embed="rId1" cstate="email">
            <a:extLst>
              <a:ext uri="{28A0092B-C50C-407E-A947-70E740481C1C}">
                <a14:useLocalDpi xmlns:a14="http://schemas.microsoft.com/office/drawing/2010/main" val="0"/>
              </a:ext>
            </a:extLst>
          </a:blip>
          <a:srcRect/>
          <a:stretch>
            <a:fillRect t="-52000" b="-52000"/>
          </a:stretch>
        </a:blipFill>
      </dgm:spPr>
      <dgm:t>
        <a:bodyPr/>
        <a:lstStyle/>
        <a:p>
          <a:endParaRPr lang="en-US"/>
        </a:p>
      </dgm:t>
    </dgm:pt>
    <dgm:pt modelId="{B350BF99-E507-446E-9AE1-185FC8F913CB}" type="pres">
      <dgm:prSet presAssocID="{81E8030C-98E2-41F1-8CF8-7C09355970B7}" presName="textRect" presStyleLbl="revTx" presStyleIdx="0" presStyleCnt="1" custScaleX="138553" custLinFactY="-100000" custLinFactNeighborX="-3342" custLinFactNeighborY="-116072">
        <dgm:presLayoutVars>
          <dgm:bulletEnabled val="1"/>
        </dgm:presLayoutVars>
      </dgm:prSet>
      <dgm:spPr/>
      <dgm:t>
        <a:bodyPr/>
        <a:lstStyle/>
        <a:p>
          <a:endParaRPr lang="en-US"/>
        </a:p>
      </dgm:t>
    </dgm:pt>
  </dgm:ptLst>
  <dgm:cxnLst>
    <dgm:cxn modelId="{08127D49-ADC4-432A-A324-1D822CA2BD92}" type="presOf" srcId="{14D37487-1021-4135-A820-7F8D86A2D34B}" destId="{8A255C4C-B65E-4FA0-8D13-E4F13249FBA2}" srcOrd="0" destOrd="0" presId="urn:microsoft.com/office/officeart/2005/8/layout/pList1"/>
    <dgm:cxn modelId="{620E9681-2A3A-41F2-A95A-8B24FB0CA82B}" type="presOf" srcId="{81E8030C-98E2-41F1-8CF8-7C09355970B7}" destId="{B350BF99-E507-446E-9AE1-185FC8F913CB}" srcOrd="0" destOrd="0" presId="urn:microsoft.com/office/officeart/2005/8/layout/pList1"/>
    <dgm:cxn modelId="{AC492670-C8DA-4C85-9DC5-56C9BB641FC7}" srcId="{14D37487-1021-4135-A820-7F8D86A2D34B}" destId="{81E8030C-98E2-41F1-8CF8-7C09355970B7}" srcOrd="0" destOrd="0" parTransId="{2829394C-17B9-4411-81C8-3FE75204E248}" sibTransId="{C32FF8D0-9603-48A9-8CFC-8B905EFD8EDD}"/>
    <dgm:cxn modelId="{3BF3C095-68DF-4FFD-9276-C50723A105D9}" type="presParOf" srcId="{8A255C4C-B65E-4FA0-8D13-E4F13249FBA2}" destId="{32102C81-6684-4B4D-853B-27DAD7209376}" srcOrd="0" destOrd="0" presId="urn:microsoft.com/office/officeart/2005/8/layout/pList1"/>
    <dgm:cxn modelId="{20915AF0-88C9-4B94-A080-0C70386981B5}" type="presParOf" srcId="{32102C81-6684-4B4D-853B-27DAD7209376}" destId="{E2955194-AEC3-47B4-A8C4-96A134BFC99F}" srcOrd="0" destOrd="0" presId="urn:microsoft.com/office/officeart/2005/8/layout/pList1"/>
    <dgm:cxn modelId="{9F38C018-38B0-48AB-B05F-BE802EB87467}" type="presParOf" srcId="{32102C81-6684-4B4D-853B-27DAD7209376}" destId="{B350BF99-E507-446E-9AE1-185FC8F913CB}" srcOrd="1" destOrd="0" presId="urn:microsoft.com/office/officeart/2005/8/layout/pList1"/>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54E6252-F297-469D-BBD2-8EF3B5A07DA1}" type="doc">
      <dgm:prSet loTypeId="urn:microsoft.com/office/officeart/2008/layout/CircularPictureCallout" loCatId="picture" qsTypeId="urn:microsoft.com/office/officeart/2005/8/quickstyle/simple1" qsCatId="simple" csTypeId="urn:microsoft.com/office/officeart/2005/8/colors/accent1_2" csCatId="accent1" phldr="1"/>
      <dgm:spPr/>
    </dgm:pt>
    <dgm:pt modelId="{0E35743E-E277-4A31-9B5D-9900F5B1280D}">
      <dgm:prSet phldrT="[Text]" custT="1"/>
      <dgm:spPr/>
      <dgm:t>
        <a:bodyPr/>
        <a:lstStyle/>
        <a:p>
          <a:r>
            <a:rPr lang="en-GB" sz="2000" b="1" dirty="0" smtClean="0"/>
            <a:t>Apply bitumen on timber</a:t>
          </a:r>
          <a:endParaRPr lang="en-GB" sz="2000" b="1" dirty="0"/>
        </a:p>
      </dgm:t>
    </dgm:pt>
    <dgm:pt modelId="{D89BF2D4-1D8E-4E7B-B2F9-E4AB74713815}" type="parTrans" cxnId="{4E092865-8952-481E-B673-04E3AC16D34E}">
      <dgm:prSet/>
      <dgm:spPr/>
      <dgm:t>
        <a:bodyPr/>
        <a:lstStyle/>
        <a:p>
          <a:endParaRPr lang="en-GB"/>
        </a:p>
      </dgm:t>
    </dgm:pt>
    <dgm:pt modelId="{85B66427-3BBC-4A29-94D3-905D402D53FC}" type="sibTrans" cxnId="{4E092865-8952-481E-B673-04E3AC16D34E}">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t="-1000" b="-1000"/>
          </a:stretch>
        </a:blipFill>
      </dgm:spPr>
      <dgm:t>
        <a:bodyPr/>
        <a:lstStyle/>
        <a:p>
          <a:endParaRPr lang="en-GB"/>
        </a:p>
      </dgm:t>
    </dgm:pt>
    <dgm:pt modelId="{EBA60D07-50A7-4118-8C88-1E4FC2E19F2D}" type="pres">
      <dgm:prSet presAssocID="{754E6252-F297-469D-BBD2-8EF3B5A07DA1}" presName="Name0" presStyleCnt="0">
        <dgm:presLayoutVars>
          <dgm:chMax val="7"/>
          <dgm:chPref val="7"/>
          <dgm:dir/>
        </dgm:presLayoutVars>
      </dgm:prSet>
      <dgm:spPr/>
    </dgm:pt>
    <dgm:pt modelId="{D3014927-A3C3-4C78-B5D9-1B7058F32021}" type="pres">
      <dgm:prSet presAssocID="{754E6252-F297-469D-BBD2-8EF3B5A07DA1}" presName="Name1" presStyleCnt="0"/>
      <dgm:spPr/>
    </dgm:pt>
    <dgm:pt modelId="{59CD456E-647E-4E67-BC7C-89857D847C36}" type="pres">
      <dgm:prSet presAssocID="{85B66427-3BBC-4A29-94D3-905D402D53FC}" presName="picture_1" presStyleCnt="0"/>
      <dgm:spPr/>
    </dgm:pt>
    <dgm:pt modelId="{E6A4FCC0-8B18-421C-BE61-EC69054C458D}" type="pres">
      <dgm:prSet presAssocID="{85B66427-3BBC-4A29-94D3-905D402D53FC}" presName="pictureRepeatNode" presStyleLbl="alignImgPlace1" presStyleIdx="0" presStyleCnt="1" custAng="0" custScaleX="200000" custScaleY="208003" custLinFactX="100000" custLinFactY="-9260" custLinFactNeighborX="197871" custLinFactNeighborY="-100000"/>
      <dgm:spPr/>
      <dgm:t>
        <a:bodyPr/>
        <a:lstStyle/>
        <a:p>
          <a:endParaRPr lang="en-US"/>
        </a:p>
      </dgm:t>
    </dgm:pt>
    <dgm:pt modelId="{2C138519-4354-4E2A-A702-DB2D9FF7734A}" type="pres">
      <dgm:prSet presAssocID="{0E35743E-E277-4A31-9B5D-9900F5B1280D}" presName="text_1" presStyleLbl="node1" presStyleIdx="0" presStyleCnt="0" custScaleX="189938" custScaleY="48279" custLinFactY="-100000" custLinFactNeighborX="-20564" custLinFactNeighborY="-162676">
        <dgm:presLayoutVars>
          <dgm:bulletEnabled val="1"/>
        </dgm:presLayoutVars>
      </dgm:prSet>
      <dgm:spPr/>
      <dgm:t>
        <a:bodyPr/>
        <a:lstStyle/>
        <a:p>
          <a:endParaRPr lang="en-US"/>
        </a:p>
      </dgm:t>
    </dgm:pt>
  </dgm:ptLst>
  <dgm:cxnLst>
    <dgm:cxn modelId="{4E092865-8952-481E-B673-04E3AC16D34E}" srcId="{754E6252-F297-469D-BBD2-8EF3B5A07DA1}" destId="{0E35743E-E277-4A31-9B5D-9900F5B1280D}" srcOrd="0" destOrd="0" parTransId="{D89BF2D4-1D8E-4E7B-B2F9-E4AB74713815}" sibTransId="{85B66427-3BBC-4A29-94D3-905D402D53FC}"/>
    <dgm:cxn modelId="{AF53343C-C9F0-4F2B-8098-1B71F0B95FD6}" type="presOf" srcId="{85B66427-3BBC-4A29-94D3-905D402D53FC}" destId="{E6A4FCC0-8B18-421C-BE61-EC69054C458D}" srcOrd="0" destOrd="0" presId="urn:microsoft.com/office/officeart/2008/layout/CircularPictureCallout"/>
    <dgm:cxn modelId="{0C482607-950B-46A3-9E70-FDD170F2F30C}" type="presOf" srcId="{0E35743E-E277-4A31-9B5D-9900F5B1280D}" destId="{2C138519-4354-4E2A-A702-DB2D9FF7734A}" srcOrd="0" destOrd="0" presId="urn:microsoft.com/office/officeart/2008/layout/CircularPictureCallout"/>
    <dgm:cxn modelId="{68019A75-6660-4275-BBA6-E674F8BC6140}" type="presOf" srcId="{754E6252-F297-469D-BBD2-8EF3B5A07DA1}" destId="{EBA60D07-50A7-4118-8C88-1E4FC2E19F2D}" srcOrd="0" destOrd="0" presId="urn:microsoft.com/office/officeart/2008/layout/CircularPictureCallout"/>
    <dgm:cxn modelId="{6F3B0769-4B69-425C-82D2-4E840B716FA0}" type="presParOf" srcId="{EBA60D07-50A7-4118-8C88-1E4FC2E19F2D}" destId="{D3014927-A3C3-4C78-B5D9-1B7058F32021}" srcOrd="0" destOrd="0" presId="urn:microsoft.com/office/officeart/2008/layout/CircularPictureCallout"/>
    <dgm:cxn modelId="{DB060144-C52E-449F-8214-98AA5BE78656}" type="presParOf" srcId="{D3014927-A3C3-4C78-B5D9-1B7058F32021}" destId="{59CD456E-647E-4E67-BC7C-89857D847C36}" srcOrd="0" destOrd="0" presId="urn:microsoft.com/office/officeart/2008/layout/CircularPictureCallout"/>
    <dgm:cxn modelId="{A91EECB3-DA11-42BF-864F-3B5C0B6F652C}" type="presParOf" srcId="{59CD456E-647E-4E67-BC7C-89857D847C36}" destId="{E6A4FCC0-8B18-421C-BE61-EC69054C458D}" srcOrd="0" destOrd="0" presId="urn:microsoft.com/office/officeart/2008/layout/CircularPictureCallout"/>
    <dgm:cxn modelId="{52C5AA2B-6A33-4269-BE4D-A4B459E9AA5C}" type="presParOf" srcId="{D3014927-A3C3-4C78-B5D9-1B7058F32021}" destId="{2C138519-4354-4E2A-A702-DB2D9FF7734A}" srcOrd="1" destOrd="0" presId="urn:microsoft.com/office/officeart/2008/layout/CircularPictureCallout"/>
  </dgm:cxnLst>
  <dgm:bg/>
  <dgm:whole/>
  <dgm:extLst>
    <a:ext uri="http://schemas.microsoft.com/office/drawing/2008/diagram">
      <dsp:dataModelExt xmlns:dsp="http://schemas.microsoft.com/office/drawing/2008/diagram" relId="rId3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CA34BE-93EB-4BB1-B756-90B20C6CB16A}">
      <dsp:nvSpPr>
        <dsp:cNvPr id="0" name=""/>
        <dsp:cNvSpPr/>
      </dsp:nvSpPr>
      <dsp:spPr>
        <a:xfrm>
          <a:off x="7291" y="845907"/>
          <a:ext cx="2889023" cy="2153192"/>
        </a:xfrm>
        <a:prstGeom prst="round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23000" b="-23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6E6AC7-8258-4C1B-BA09-A543B1221F03}">
      <dsp:nvSpPr>
        <dsp:cNvPr id="0" name=""/>
        <dsp:cNvSpPr/>
      </dsp:nvSpPr>
      <dsp:spPr>
        <a:xfrm>
          <a:off x="0" y="2068286"/>
          <a:ext cx="2893301" cy="556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lvl="0" algn="ctr" defTabSz="1066800">
            <a:lnSpc>
              <a:spcPct val="90000"/>
            </a:lnSpc>
            <a:spcBef>
              <a:spcPct val="0"/>
            </a:spcBef>
            <a:spcAft>
              <a:spcPct val="35000"/>
            </a:spcAft>
          </a:pPr>
          <a:r>
            <a:rPr lang="en-GB" sz="2400" b="1" kern="1200" dirty="0" smtClean="0">
              <a:solidFill>
                <a:schemeClr val="bg1"/>
              </a:solidFill>
            </a:rPr>
            <a:t>Dry 3-4 month on  stacking</a:t>
          </a:r>
          <a:endParaRPr lang="en-GB" sz="2400" kern="1200" dirty="0"/>
        </a:p>
      </dsp:txBody>
      <dsp:txXfrm>
        <a:off x="0" y="2068286"/>
        <a:ext cx="2893301" cy="5569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27AEB5-3B4F-4A82-836C-E644100FC03F}">
      <dsp:nvSpPr>
        <dsp:cNvPr id="0" name=""/>
        <dsp:cNvSpPr/>
      </dsp:nvSpPr>
      <dsp:spPr>
        <a:xfrm>
          <a:off x="188690" y="538279"/>
          <a:ext cx="2851405" cy="2074155"/>
        </a:xfrm>
        <a:prstGeom prst="roundRect">
          <a:avLst/>
        </a:prstGeom>
        <a:blipFill>
          <a:blip xmlns:r="http://schemas.openxmlformats.org/officeDocument/2006/relationships" r:embed="rId1" cstate="email">
            <a:extLst>
              <a:ext uri="{28A0092B-C50C-407E-A947-70E740481C1C}">
                <a14:useLocalDpi xmlns:a14="http://schemas.microsoft.com/office/drawing/2010/main" val="0"/>
              </a:ext>
            </a:extLst>
          </a:blip>
          <a:srcRect/>
          <a:stretch>
            <a:fillRect t="-3000" b="-3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52A15C-6DBA-4828-9633-82DD3C0A26CC}">
      <dsp:nvSpPr>
        <dsp:cNvPr id="0" name=""/>
        <dsp:cNvSpPr/>
      </dsp:nvSpPr>
      <dsp:spPr>
        <a:xfrm>
          <a:off x="0" y="624108"/>
          <a:ext cx="3037534" cy="477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0" numCol="1" spcCol="1270" anchor="t" anchorCtr="0">
          <a:noAutofit/>
        </a:bodyPr>
        <a:lstStyle/>
        <a:p>
          <a:pPr lvl="0" algn="ctr" defTabSz="977900">
            <a:lnSpc>
              <a:spcPct val="90000"/>
            </a:lnSpc>
            <a:spcBef>
              <a:spcPct val="0"/>
            </a:spcBef>
            <a:spcAft>
              <a:spcPct val="35000"/>
            </a:spcAft>
          </a:pPr>
          <a:r>
            <a:rPr lang="en-GB" sz="2200" b="1" kern="1200" dirty="0" smtClean="0">
              <a:solidFill>
                <a:schemeClr val="bg1"/>
              </a:solidFill>
            </a:rPr>
            <a:t>Apply anti termites chemical</a:t>
          </a:r>
          <a:endParaRPr lang="en-GB" sz="2200" b="1" kern="1200" dirty="0">
            <a:solidFill>
              <a:schemeClr val="bg1"/>
            </a:solidFill>
          </a:endParaRPr>
        </a:p>
      </dsp:txBody>
      <dsp:txXfrm>
        <a:off x="0" y="624108"/>
        <a:ext cx="3037534" cy="4778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D0DF53-27C0-486D-93A8-534CB34CD24A}">
      <dsp:nvSpPr>
        <dsp:cNvPr id="0" name=""/>
        <dsp:cNvSpPr/>
      </dsp:nvSpPr>
      <dsp:spPr>
        <a:xfrm>
          <a:off x="2204" y="421750"/>
          <a:ext cx="2823868" cy="1725454"/>
        </a:xfrm>
        <a:prstGeom prst="roundRect">
          <a:avLst/>
        </a:prstGeom>
        <a:blipFill>
          <a:blip xmlns:r="http://schemas.openxmlformats.org/officeDocument/2006/relationships" r:embed="rId1" cstate="email">
            <a:extLst>
              <a:ext uri="{28A0092B-C50C-407E-A947-70E740481C1C}">
                <a14:useLocalDpi xmlns:a14="http://schemas.microsoft.com/office/drawing/2010/main" val="0"/>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F6B37C-F4AB-45CC-81A4-A62690CAE3A6}">
      <dsp:nvSpPr>
        <dsp:cNvPr id="0" name=""/>
        <dsp:cNvSpPr/>
      </dsp:nvSpPr>
      <dsp:spPr>
        <a:xfrm>
          <a:off x="25249" y="1730592"/>
          <a:ext cx="2800823" cy="626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0" numCol="1" spcCol="1270" anchor="t" anchorCtr="0">
          <a:noAutofit/>
        </a:bodyPr>
        <a:lstStyle/>
        <a:p>
          <a:pPr lvl="0" algn="ctr" defTabSz="977900">
            <a:lnSpc>
              <a:spcPct val="90000"/>
            </a:lnSpc>
            <a:spcBef>
              <a:spcPct val="0"/>
            </a:spcBef>
            <a:spcAft>
              <a:spcPct val="35000"/>
            </a:spcAft>
          </a:pPr>
          <a:r>
            <a:rPr lang="en-GB" sz="2200" b="1" kern="1200" dirty="0" smtClean="0">
              <a:solidFill>
                <a:schemeClr val="bg1"/>
              </a:solidFill>
            </a:rPr>
            <a:t>Dry 6-8 hour</a:t>
          </a:r>
          <a:endParaRPr lang="en-GB" sz="2200" b="1" kern="1200" dirty="0">
            <a:solidFill>
              <a:schemeClr val="bg1"/>
            </a:solidFill>
          </a:endParaRPr>
        </a:p>
      </dsp:txBody>
      <dsp:txXfrm>
        <a:off x="25249" y="1730592"/>
        <a:ext cx="2800823" cy="6263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4A436D-EB2A-453C-82CF-841D14C06958}">
      <dsp:nvSpPr>
        <dsp:cNvPr id="0" name=""/>
        <dsp:cNvSpPr/>
      </dsp:nvSpPr>
      <dsp:spPr>
        <a:xfrm>
          <a:off x="162307" y="418308"/>
          <a:ext cx="2994530" cy="1839435"/>
        </a:xfrm>
        <a:prstGeom prst="roundRect">
          <a:avLst/>
        </a:prstGeom>
        <a:blipFill>
          <a:blip xmlns:r="http://schemas.openxmlformats.org/officeDocument/2006/relationships" r:embed="rId1" cstate="email">
            <a:extLst>
              <a:ext uri="{28A0092B-C50C-407E-A947-70E740481C1C}">
                <a14:useLocalDpi xmlns:a14="http://schemas.microsoft.com/office/drawing/2010/main" val="0"/>
              </a:ext>
            </a:extLst>
          </a:blip>
          <a:srcRect/>
          <a:stretch>
            <a:fillRect t="-4000" b="-4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B11E70-B730-4770-A121-29D19AD33DEB}">
      <dsp:nvSpPr>
        <dsp:cNvPr id="0" name=""/>
        <dsp:cNvSpPr/>
      </dsp:nvSpPr>
      <dsp:spPr>
        <a:xfrm>
          <a:off x="0" y="1816064"/>
          <a:ext cx="3679272" cy="957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0" numCol="1" spcCol="1270" anchor="t" anchorCtr="0">
          <a:noAutofit/>
        </a:bodyPr>
        <a:lstStyle/>
        <a:p>
          <a:pPr lvl="0" algn="ctr" defTabSz="977900">
            <a:lnSpc>
              <a:spcPct val="90000"/>
            </a:lnSpc>
            <a:spcBef>
              <a:spcPct val="0"/>
            </a:spcBef>
            <a:spcAft>
              <a:spcPct val="35000"/>
            </a:spcAft>
          </a:pPr>
          <a:r>
            <a:rPr lang="en-GB" sz="2200" b="1" kern="1200" dirty="0" smtClean="0">
              <a:solidFill>
                <a:schemeClr val="bg1"/>
              </a:solidFill>
            </a:rPr>
            <a:t>Semi-liquid bitumen</a:t>
          </a:r>
          <a:endParaRPr lang="en-GB" sz="2200" b="1" kern="1200" dirty="0">
            <a:solidFill>
              <a:schemeClr val="bg1"/>
            </a:solidFill>
          </a:endParaRPr>
        </a:p>
      </dsp:txBody>
      <dsp:txXfrm>
        <a:off x="0" y="1816064"/>
        <a:ext cx="3679272" cy="9572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FD6CB5-8918-492A-A505-60F01838A51F}">
      <dsp:nvSpPr>
        <dsp:cNvPr id="0" name=""/>
        <dsp:cNvSpPr/>
      </dsp:nvSpPr>
      <dsp:spPr>
        <a:xfrm>
          <a:off x="0" y="89772"/>
          <a:ext cx="2914310" cy="2244895"/>
        </a:xfrm>
        <a:prstGeom prst="roundRect">
          <a:avLst/>
        </a:prstGeom>
        <a:blipFill>
          <a:blip xmlns:r="http://schemas.openxmlformats.org/officeDocument/2006/relationships" r:embed="rId1" cstate="email">
            <a:extLst>
              <a:ext uri="{28A0092B-C50C-407E-A947-70E740481C1C}">
                <a14:useLocalDpi xmlns:a14="http://schemas.microsoft.com/office/drawing/2010/main" val="0"/>
              </a:ext>
            </a:extLst>
          </a:blip>
          <a:srcRect/>
          <a:stretch>
            <a:fillRect t="-6000" b="-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B579D9-4713-4FCE-82FD-D40611D9E707}">
      <dsp:nvSpPr>
        <dsp:cNvPr id="0" name=""/>
        <dsp:cNvSpPr/>
      </dsp:nvSpPr>
      <dsp:spPr>
        <a:xfrm>
          <a:off x="64186" y="1826661"/>
          <a:ext cx="2831640" cy="755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0" numCol="1" spcCol="1270" anchor="t" anchorCtr="0">
          <a:noAutofit/>
        </a:bodyPr>
        <a:lstStyle/>
        <a:p>
          <a:pPr lvl="0" algn="ctr" defTabSz="977900">
            <a:lnSpc>
              <a:spcPct val="90000"/>
            </a:lnSpc>
            <a:spcBef>
              <a:spcPct val="0"/>
            </a:spcBef>
            <a:spcAft>
              <a:spcPct val="35000"/>
            </a:spcAft>
          </a:pPr>
          <a:r>
            <a:rPr lang="en-GB" sz="2200" b="1" kern="1200" dirty="0" smtClean="0">
              <a:solidFill>
                <a:schemeClr val="bg1"/>
              </a:solidFill>
            </a:rPr>
            <a:t>Heat the bitumen</a:t>
          </a:r>
          <a:endParaRPr lang="en-GB" sz="2200" b="1" kern="1200" dirty="0">
            <a:solidFill>
              <a:schemeClr val="bg1"/>
            </a:solidFill>
          </a:endParaRPr>
        </a:p>
      </dsp:txBody>
      <dsp:txXfrm>
        <a:off x="64186" y="1826661"/>
        <a:ext cx="2831640" cy="75598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955194-AEC3-47B4-A8C4-96A134BFC99F}">
      <dsp:nvSpPr>
        <dsp:cNvPr id="0" name=""/>
        <dsp:cNvSpPr/>
      </dsp:nvSpPr>
      <dsp:spPr>
        <a:xfrm>
          <a:off x="91991" y="151919"/>
          <a:ext cx="3287045" cy="2598920"/>
        </a:xfrm>
        <a:prstGeom prst="roundRect">
          <a:avLst/>
        </a:prstGeom>
        <a:blipFill>
          <a:blip xmlns:r="http://schemas.openxmlformats.org/officeDocument/2006/relationships" r:embed="rId1" cstate="email">
            <a:extLst>
              <a:ext uri="{28A0092B-C50C-407E-A947-70E740481C1C}">
                <a14:useLocalDpi xmlns:a14="http://schemas.microsoft.com/office/drawing/2010/main" val="0"/>
              </a:ext>
            </a:extLst>
          </a:blip>
          <a:srcRect/>
          <a:stretch>
            <a:fillRect t="-52000" b="-52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50BF99-E507-446E-9AE1-185FC8F913CB}">
      <dsp:nvSpPr>
        <dsp:cNvPr id="0" name=""/>
        <dsp:cNvSpPr/>
      </dsp:nvSpPr>
      <dsp:spPr>
        <a:xfrm>
          <a:off x="0" y="186683"/>
          <a:ext cx="3403455" cy="911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0" numCol="1" spcCol="1270" anchor="t" anchorCtr="0">
          <a:noAutofit/>
        </a:bodyPr>
        <a:lstStyle/>
        <a:p>
          <a:pPr lvl="0" algn="ctr" defTabSz="977900">
            <a:lnSpc>
              <a:spcPct val="90000"/>
            </a:lnSpc>
            <a:spcBef>
              <a:spcPct val="0"/>
            </a:spcBef>
            <a:spcAft>
              <a:spcPct val="35000"/>
            </a:spcAft>
          </a:pPr>
          <a:r>
            <a:rPr lang="en-GB" sz="2200" b="1" kern="1200" dirty="0" smtClean="0">
              <a:solidFill>
                <a:schemeClr val="bg1"/>
              </a:solidFill>
            </a:rPr>
            <a:t>Mix bitumen with kerosene oil</a:t>
          </a:r>
          <a:endParaRPr lang="en-GB" sz="2200" b="1" kern="1200" dirty="0">
            <a:solidFill>
              <a:schemeClr val="bg1"/>
            </a:solidFill>
          </a:endParaRPr>
        </a:p>
      </dsp:txBody>
      <dsp:txXfrm>
        <a:off x="0" y="186683"/>
        <a:ext cx="3403455" cy="91133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A4FCC0-8B18-421C-BE61-EC69054C458D}">
      <dsp:nvSpPr>
        <dsp:cNvPr id="0" name=""/>
        <dsp:cNvSpPr/>
      </dsp:nvSpPr>
      <dsp:spPr>
        <a:xfrm>
          <a:off x="0" y="-153223"/>
          <a:ext cx="4761560" cy="4952093"/>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1000" b="-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C138519-4354-4E2A-A702-DB2D9FF7734A}">
      <dsp:nvSpPr>
        <dsp:cNvPr id="0" name=""/>
        <dsp:cNvSpPr/>
      </dsp:nvSpPr>
      <dsp:spPr>
        <a:xfrm>
          <a:off x="620404" y="536069"/>
          <a:ext cx="2894083" cy="379307"/>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lvl="0" algn="ctr" defTabSz="889000">
            <a:lnSpc>
              <a:spcPct val="90000"/>
            </a:lnSpc>
            <a:spcBef>
              <a:spcPct val="0"/>
            </a:spcBef>
            <a:spcAft>
              <a:spcPct val="35000"/>
            </a:spcAft>
          </a:pPr>
          <a:r>
            <a:rPr lang="en-GB" sz="2000" b="1" kern="1200" dirty="0" smtClean="0"/>
            <a:t>Apply bitumen on timber</a:t>
          </a:r>
          <a:endParaRPr lang="en-GB" sz="2000" b="1" kern="1200" dirty="0"/>
        </a:p>
      </dsp:txBody>
      <dsp:txXfrm>
        <a:off x="620404" y="536069"/>
        <a:ext cx="2894083" cy="379307"/>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DF01DF-AA2A-4663-97ED-1D4900288616}" type="datetimeFigureOut">
              <a:rPr lang="en-US" smtClean="0"/>
              <a:t>9/4/2017</a:t>
            </a:fld>
            <a:endParaRPr lang="en-US"/>
          </a:p>
        </p:txBody>
      </p:sp>
      <p:sp>
        <p:nvSpPr>
          <p:cNvPr id="4" name="Slide Image Placeholder 3"/>
          <p:cNvSpPr>
            <a:spLocks noGrp="1" noRot="1" noChangeAspect="1"/>
          </p:cNvSpPr>
          <p:nvPr>
            <p:ph type="sldImg" idx="2"/>
          </p:nvPr>
        </p:nvSpPr>
        <p:spPr>
          <a:xfrm>
            <a:off x="1246188" y="1143000"/>
            <a:ext cx="4365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C0BC69-F121-432B-8CE8-45C4ACD01690}" type="slidenum">
              <a:rPr lang="en-US" smtClean="0"/>
              <a:t>‹#›</a:t>
            </a:fld>
            <a:endParaRPr lang="en-US"/>
          </a:p>
        </p:txBody>
      </p:sp>
    </p:spTree>
    <p:extLst>
      <p:ext uri="{BB962C8B-B14F-4D97-AF65-F5344CB8AC3E}">
        <p14:creationId xmlns:p14="http://schemas.microsoft.com/office/powerpoint/2010/main" val="1985413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0C0BC69-F121-432B-8CE8-45C4ACD01690}" type="slidenum">
              <a:rPr lang="en-US" smtClean="0"/>
              <a:t>1</a:t>
            </a:fld>
            <a:endParaRPr lang="en-US"/>
          </a:p>
        </p:txBody>
      </p:sp>
    </p:spTree>
    <p:extLst>
      <p:ext uri="{BB962C8B-B14F-4D97-AF65-F5344CB8AC3E}">
        <p14:creationId xmlns:p14="http://schemas.microsoft.com/office/powerpoint/2010/main" val="3383969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38225" y="696913"/>
            <a:ext cx="493395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F11B0A-49F4-40E6-9EB9-78F332027D71}" type="slidenum">
              <a:rPr lang="en-US" smtClean="0"/>
              <a:t>4</a:t>
            </a:fld>
            <a:endParaRPr lang="en-US"/>
          </a:p>
        </p:txBody>
      </p:sp>
    </p:spTree>
    <p:extLst>
      <p:ext uri="{BB962C8B-B14F-4D97-AF65-F5344CB8AC3E}">
        <p14:creationId xmlns:p14="http://schemas.microsoft.com/office/powerpoint/2010/main" val="3718306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38225" y="696913"/>
            <a:ext cx="4933950" cy="34861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EF11B0A-49F4-40E6-9EB9-78F332027D71}" type="slidenum">
              <a:rPr lang="en-US" smtClean="0"/>
              <a:t>5</a:t>
            </a:fld>
            <a:endParaRPr lang="en-US"/>
          </a:p>
        </p:txBody>
      </p:sp>
    </p:spTree>
    <p:extLst>
      <p:ext uri="{BB962C8B-B14F-4D97-AF65-F5344CB8AC3E}">
        <p14:creationId xmlns:p14="http://schemas.microsoft.com/office/powerpoint/2010/main" val="1866683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F11B0A-49F4-40E6-9EB9-78F332027D71}" type="slidenum">
              <a:rPr lang="en-US" smtClean="0"/>
              <a:t>6</a:t>
            </a:fld>
            <a:endParaRPr lang="en-US"/>
          </a:p>
        </p:txBody>
      </p:sp>
    </p:spTree>
    <p:extLst>
      <p:ext uri="{BB962C8B-B14F-4D97-AF65-F5344CB8AC3E}">
        <p14:creationId xmlns:p14="http://schemas.microsoft.com/office/powerpoint/2010/main" val="3638797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EF11B0A-49F4-40E6-9EB9-78F332027D71}" type="slidenum">
              <a:rPr lang="en-US" smtClean="0"/>
              <a:t>8</a:t>
            </a:fld>
            <a:endParaRPr lang="en-US"/>
          </a:p>
        </p:txBody>
      </p:sp>
    </p:spTree>
    <p:extLst>
      <p:ext uri="{BB962C8B-B14F-4D97-AF65-F5344CB8AC3E}">
        <p14:creationId xmlns:p14="http://schemas.microsoft.com/office/powerpoint/2010/main" val="34524694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2785" y="7049770"/>
            <a:ext cx="10685855" cy="503555"/>
          </a:xfrm>
          <a:prstGeom prst="rect">
            <a:avLst/>
          </a:prstGeom>
          <a:solidFill>
            <a:srgbClr val="0F5AA5"/>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4" y="6976545"/>
            <a:ext cx="10685855" cy="70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503852" y="835901"/>
            <a:ext cx="4276253" cy="3927729"/>
          </a:xfrm>
        </p:spPr>
        <p:txBody>
          <a:bodyPr anchor="b">
            <a:normAutofit/>
          </a:bodyPr>
          <a:lstStyle>
            <a:lvl1pPr algn="l">
              <a:lnSpc>
                <a:spcPct val="85000"/>
              </a:lnSpc>
              <a:defRPr sz="4208" spc="-44" baseline="0">
                <a:solidFill>
                  <a:srgbClr val="0F5AA5"/>
                </a:solidFill>
              </a:defRPr>
            </a:lvl1pPr>
          </a:lstStyle>
          <a:p>
            <a:r>
              <a:rPr lang="en-US"/>
              <a:t>Click to edit Master title style</a:t>
            </a:r>
            <a:endParaRPr lang="en-US" dirty="0"/>
          </a:p>
        </p:txBody>
      </p:sp>
      <p:sp>
        <p:nvSpPr>
          <p:cNvPr id="3" name="Subtitle 2"/>
          <p:cNvSpPr>
            <a:spLocks noGrp="1"/>
          </p:cNvSpPr>
          <p:nvPr>
            <p:ph type="subTitle" idx="1"/>
          </p:nvPr>
        </p:nvSpPr>
        <p:spPr>
          <a:xfrm>
            <a:off x="5506281" y="4907370"/>
            <a:ext cx="4276253" cy="1258888"/>
          </a:xfrm>
        </p:spPr>
        <p:txBody>
          <a:bodyPr lIns="91440" rIns="91440">
            <a:normAutofit/>
          </a:bodyPr>
          <a:lstStyle>
            <a:lvl1pPr marL="0" indent="0" algn="l">
              <a:buNone/>
              <a:defRPr sz="2104" cap="all" spc="175" baseline="0">
                <a:solidFill>
                  <a:schemeClr val="tx1"/>
                </a:solidFill>
                <a:latin typeface="+mj-lt"/>
              </a:defRPr>
            </a:lvl1pPr>
            <a:lvl2pPr marL="400827" indent="0" algn="ctr">
              <a:buNone/>
              <a:defRPr sz="2104"/>
            </a:lvl2pPr>
            <a:lvl3pPr marL="801654" indent="0" algn="ctr">
              <a:buNone/>
              <a:defRPr sz="2104"/>
            </a:lvl3pPr>
            <a:lvl4pPr marL="1202482" indent="0" algn="ctr">
              <a:buNone/>
              <a:defRPr sz="1753"/>
            </a:lvl4pPr>
            <a:lvl5pPr marL="1603309" indent="0" algn="ctr">
              <a:buNone/>
              <a:defRPr sz="1753"/>
            </a:lvl5pPr>
            <a:lvl6pPr marL="2004136" indent="0" algn="ctr">
              <a:buNone/>
              <a:defRPr sz="1753"/>
            </a:lvl6pPr>
            <a:lvl7pPr marL="2404963" indent="0" algn="ctr">
              <a:buNone/>
              <a:defRPr sz="1753"/>
            </a:lvl7pPr>
            <a:lvl8pPr marL="2805791" indent="0" algn="ctr">
              <a:buNone/>
              <a:defRPr sz="1753"/>
            </a:lvl8pPr>
            <a:lvl9pPr marL="3206618" indent="0" algn="ctr">
              <a:buNone/>
              <a:defRPr sz="1753"/>
            </a:lvl9pPr>
          </a:lstStyle>
          <a:p>
            <a:r>
              <a:rPr lang="en-US"/>
              <a:t>Click to edit Master subtitle style</a:t>
            </a:r>
            <a:endParaRPr lang="en-US" dirty="0"/>
          </a:p>
        </p:txBody>
      </p:sp>
      <p:sp>
        <p:nvSpPr>
          <p:cNvPr id="10" name="TextBox 9"/>
          <p:cNvSpPr txBox="1"/>
          <p:nvPr userDrawn="1"/>
        </p:nvSpPr>
        <p:spPr>
          <a:xfrm>
            <a:off x="2141717" y="7163266"/>
            <a:ext cx="1994185" cy="646331"/>
          </a:xfrm>
          <a:prstGeom prst="rect">
            <a:avLst/>
          </a:prstGeom>
          <a:noFill/>
        </p:spPr>
        <p:txBody>
          <a:bodyPr wrap="square" rtlCol="0">
            <a:spAutoFit/>
          </a:bodyPr>
          <a:lstStyle/>
          <a:p>
            <a:r>
              <a:rPr lang="en-US" sz="1800" b="1" dirty="0" smtClean="0">
                <a:solidFill>
                  <a:schemeClr val="bg1"/>
                </a:solidFill>
              </a:rPr>
              <a:t>www.hrrpnepal.org</a:t>
            </a:r>
            <a:endParaRPr lang="en-US" sz="1800" b="1" dirty="0">
              <a:solidFill>
                <a:schemeClr val="bg1"/>
              </a:solidFill>
            </a:endParaRPr>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2606" y="1360037"/>
            <a:ext cx="4726382" cy="4322180"/>
          </a:xfrm>
          <a:prstGeom prst="rect">
            <a:avLst/>
          </a:prstGeom>
        </p:spPr>
      </p:pic>
      <p:sp>
        <p:nvSpPr>
          <p:cNvPr id="14" name="TextBox 13"/>
          <p:cNvSpPr txBox="1"/>
          <p:nvPr userDrawn="1"/>
        </p:nvSpPr>
        <p:spPr>
          <a:xfrm>
            <a:off x="491497" y="5696937"/>
            <a:ext cx="4608603" cy="707886"/>
          </a:xfrm>
          <a:prstGeom prst="rect">
            <a:avLst/>
          </a:prstGeom>
          <a:noFill/>
        </p:spPr>
        <p:txBody>
          <a:bodyPr wrap="square" rtlCol="0">
            <a:spAutoFit/>
          </a:bodyPr>
          <a:lstStyle/>
          <a:p>
            <a:r>
              <a:rPr lang="en-US" sz="2000" b="1" dirty="0">
                <a:solidFill>
                  <a:srgbClr val="0F5AA5"/>
                </a:solidFill>
              </a:rPr>
              <a:t>Housing Recovery and Reconstruction Platform</a:t>
            </a:r>
          </a:p>
        </p:txBody>
      </p:sp>
      <p:cxnSp>
        <p:nvCxnSpPr>
          <p:cNvPr id="16" name="Straight Connector 15"/>
          <p:cNvCxnSpPr/>
          <p:nvPr userDrawn="1"/>
        </p:nvCxnSpPr>
        <p:spPr>
          <a:xfrm>
            <a:off x="5344319" y="835903"/>
            <a:ext cx="0" cy="5522420"/>
          </a:xfrm>
          <a:prstGeom prst="line">
            <a:avLst/>
          </a:prstGeom>
          <a:ln>
            <a:solidFill>
              <a:srgbClr val="0F5A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62126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3907" y="255536"/>
            <a:ext cx="8818126" cy="1204819"/>
          </a:xfrm>
        </p:spPr>
        <p:txBody>
          <a:bodyPr/>
          <a:lstStyle>
            <a:lvl1pPr marL="0">
              <a:defRPr>
                <a:latin typeface="Georgia" panose="02040502050405020303" pitchFamily="18" charset="0"/>
              </a:defRPr>
            </a:lvl1pPr>
          </a:lstStyle>
          <a:p>
            <a:r>
              <a:rPr lang="en-US" dirty="0"/>
              <a:t>Click to edit Master title style</a:t>
            </a:r>
          </a:p>
        </p:txBody>
      </p:sp>
      <p:sp>
        <p:nvSpPr>
          <p:cNvPr id="3" name="Content Placeholder 2"/>
          <p:cNvSpPr>
            <a:spLocks noGrp="1"/>
          </p:cNvSpPr>
          <p:nvPr>
            <p:ph idx="1"/>
          </p:nvPr>
        </p:nvSpPr>
        <p:spPr>
          <a:xfrm>
            <a:off x="399629" y="1762300"/>
            <a:ext cx="10021795" cy="5031936"/>
          </a:xfrm>
        </p:spPr>
        <p:txBody>
          <a:bodyPr/>
          <a:lstStyle>
            <a:lvl1pPr>
              <a:defRPr sz="2279">
                <a:latin typeface="+mn-lt"/>
              </a:defRPr>
            </a:lvl1pPr>
            <a:lvl2pPr>
              <a:defRPr sz="2279">
                <a:latin typeface="+mn-lt"/>
              </a:defRPr>
            </a:lvl2pPr>
            <a:lvl3pPr>
              <a:defRPr sz="2279">
                <a:latin typeface="+mn-lt"/>
              </a:defRPr>
            </a:lvl3pPr>
            <a:lvl4pPr>
              <a:defRPr sz="2279">
                <a:latin typeface="+mn-lt"/>
              </a:defRPr>
            </a:lvl4pPr>
            <a:lvl5pPr>
              <a:defRPr sz="2279">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D8F11-E02F-4D3E-85B4-F4AEDD07F0EA}" type="slidenum">
              <a:rPr lang="en-US" smtClean="0"/>
              <a:t>‹#›</a:t>
            </a:fld>
            <a:endParaRPr lang="en-US"/>
          </a:p>
        </p:txBody>
      </p:sp>
    </p:spTree>
    <p:extLst>
      <p:ext uri="{BB962C8B-B14F-4D97-AF65-F5344CB8AC3E}">
        <p14:creationId xmlns:p14="http://schemas.microsoft.com/office/powerpoint/2010/main" val="711438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785" y="7049770"/>
            <a:ext cx="10685855" cy="503555"/>
          </a:xfrm>
          <a:prstGeom prst="rect">
            <a:avLst/>
          </a:prstGeom>
          <a:solidFill>
            <a:srgbClr val="0F5AA5"/>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4" y="6976545"/>
            <a:ext cx="10685855" cy="70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61978" y="835901"/>
            <a:ext cx="8818126" cy="3927729"/>
          </a:xfrm>
        </p:spPr>
        <p:txBody>
          <a:bodyPr anchor="b" anchorCtr="0">
            <a:normAutofit/>
          </a:bodyPr>
          <a:lstStyle>
            <a:lvl1pPr>
              <a:lnSpc>
                <a:spcPct val="85000"/>
              </a:lnSpc>
              <a:defRPr sz="7014" b="0">
                <a:solidFill>
                  <a:srgbClr val="0F5AA5"/>
                </a:solidFill>
              </a:defRPr>
            </a:lvl1pPr>
          </a:lstStyle>
          <a:p>
            <a:r>
              <a:rPr lang="en-US"/>
              <a:t>Click to edit Master title style</a:t>
            </a:r>
            <a:endParaRPr lang="en-US" dirty="0"/>
          </a:p>
        </p:txBody>
      </p:sp>
      <p:sp>
        <p:nvSpPr>
          <p:cNvPr id="3" name="Text Placeholder 2"/>
          <p:cNvSpPr>
            <a:spLocks noGrp="1"/>
          </p:cNvSpPr>
          <p:nvPr>
            <p:ph type="body" idx="1"/>
          </p:nvPr>
        </p:nvSpPr>
        <p:spPr>
          <a:xfrm>
            <a:off x="961978" y="4904625"/>
            <a:ext cx="8818126" cy="1258888"/>
          </a:xfrm>
        </p:spPr>
        <p:txBody>
          <a:bodyPr lIns="91440" rIns="91440" anchor="t" anchorCtr="0">
            <a:normAutofit/>
          </a:bodyPr>
          <a:lstStyle>
            <a:lvl1pPr marL="0" indent="0">
              <a:buNone/>
              <a:defRPr sz="2104" cap="all" spc="175" baseline="0">
                <a:solidFill>
                  <a:schemeClr val="tx1"/>
                </a:solidFill>
                <a:latin typeface="+mj-lt"/>
              </a:defRPr>
            </a:lvl1pPr>
            <a:lvl2pPr marL="400827" indent="0">
              <a:buNone/>
              <a:defRPr sz="1578">
                <a:solidFill>
                  <a:schemeClr val="tx1">
                    <a:tint val="75000"/>
                  </a:schemeClr>
                </a:solidFill>
              </a:defRPr>
            </a:lvl2pPr>
            <a:lvl3pPr marL="801654" indent="0">
              <a:buNone/>
              <a:defRPr sz="1403">
                <a:solidFill>
                  <a:schemeClr val="tx1">
                    <a:tint val="75000"/>
                  </a:schemeClr>
                </a:solidFill>
              </a:defRPr>
            </a:lvl3pPr>
            <a:lvl4pPr marL="1202482" indent="0">
              <a:buNone/>
              <a:defRPr sz="1227">
                <a:solidFill>
                  <a:schemeClr val="tx1">
                    <a:tint val="75000"/>
                  </a:schemeClr>
                </a:solidFill>
              </a:defRPr>
            </a:lvl4pPr>
            <a:lvl5pPr marL="1603309" indent="0">
              <a:buNone/>
              <a:defRPr sz="1227">
                <a:solidFill>
                  <a:schemeClr val="tx1">
                    <a:tint val="75000"/>
                  </a:schemeClr>
                </a:solidFill>
              </a:defRPr>
            </a:lvl5pPr>
            <a:lvl6pPr marL="2004136" indent="0">
              <a:buNone/>
              <a:defRPr sz="1227">
                <a:solidFill>
                  <a:schemeClr val="tx1">
                    <a:tint val="75000"/>
                  </a:schemeClr>
                </a:solidFill>
              </a:defRPr>
            </a:lvl6pPr>
            <a:lvl7pPr marL="2404963" indent="0">
              <a:buNone/>
              <a:defRPr sz="1227">
                <a:solidFill>
                  <a:schemeClr val="tx1">
                    <a:tint val="75000"/>
                  </a:schemeClr>
                </a:solidFill>
              </a:defRPr>
            </a:lvl7pPr>
            <a:lvl8pPr marL="2805791" indent="0">
              <a:buNone/>
              <a:defRPr sz="1227">
                <a:solidFill>
                  <a:schemeClr val="tx1">
                    <a:tint val="75000"/>
                  </a:schemeClr>
                </a:solidFill>
              </a:defRPr>
            </a:lvl8pPr>
            <a:lvl9pPr marL="3206618" indent="0">
              <a:buNone/>
              <a:defRPr sz="1227">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D8F11-E02F-4D3E-85B4-F4AEDD07F0EA}" type="slidenum">
              <a:rPr lang="en-US" smtClean="0"/>
              <a:t>‹#›</a:t>
            </a:fld>
            <a:endParaRPr lang="en-US"/>
          </a:p>
        </p:txBody>
      </p:sp>
      <p:sp>
        <p:nvSpPr>
          <p:cNvPr id="10" name="TextBox 9"/>
          <p:cNvSpPr txBox="1"/>
          <p:nvPr userDrawn="1"/>
        </p:nvSpPr>
        <p:spPr>
          <a:xfrm>
            <a:off x="9380478" y="7163266"/>
            <a:ext cx="1308161" cy="254237"/>
          </a:xfrm>
          <a:prstGeom prst="rect">
            <a:avLst/>
          </a:prstGeom>
          <a:noFill/>
        </p:spPr>
        <p:txBody>
          <a:bodyPr wrap="square" rtlCol="0">
            <a:spAutoFit/>
          </a:bodyPr>
          <a:lstStyle/>
          <a:p>
            <a:r>
              <a:rPr lang="en-US" sz="1052" b="1" dirty="0">
                <a:solidFill>
                  <a:schemeClr val="bg1"/>
                </a:solidFill>
              </a:rPr>
              <a:t>www.hrrpnepal.org</a:t>
            </a:r>
          </a:p>
        </p:txBody>
      </p:sp>
    </p:spTree>
    <p:extLst>
      <p:ext uri="{BB962C8B-B14F-4D97-AF65-F5344CB8AC3E}">
        <p14:creationId xmlns:p14="http://schemas.microsoft.com/office/powerpoint/2010/main" val="273415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375694" y="300631"/>
            <a:ext cx="8818126" cy="106662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71414" y="1521798"/>
            <a:ext cx="4328898" cy="52874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73378" y="1521799"/>
            <a:ext cx="4328898" cy="52874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ED8F11-E02F-4D3E-85B4-F4AEDD07F0EA}" type="slidenum">
              <a:rPr lang="en-US" smtClean="0"/>
              <a:t>‹#›</a:t>
            </a:fld>
            <a:endParaRPr lang="en-US"/>
          </a:p>
        </p:txBody>
      </p:sp>
      <p:cxnSp>
        <p:nvCxnSpPr>
          <p:cNvPr id="9" name="Straight Connector 8"/>
          <p:cNvCxnSpPr/>
          <p:nvPr userDrawn="1"/>
        </p:nvCxnSpPr>
        <p:spPr>
          <a:xfrm>
            <a:off x="5436845" y="1521798"/>
            <a:ext cx="0" cy="528746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3742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291941" y="315663"/>
            <a:ext cx="8818126" cy="15978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91942" y="2033221"/>
            <a:ext cx="4328898" cy="810933"/>
          </a:xfrm>
        </p:spPr>
        <p:txBody>
          <a:bodyPr lIns="91440" rIns="91440" anchor="ctr">
            <a:normAutofit/>
          </a:bodyPr>
          <a:lstStyle>
            <a:lvl1pPr marL="0" indent="0">
              <a:buNone/>
              <a:defRPr sz="1753" b="0" cap="all" baseline="0">
                <a:solidFill>
                  <a:schemeClr val="tx2"/>
                </a:solidFill>
              </a:defRPr>
            </a:lvl1pPr>
            <a:lvl2pPr marL="400827" indent="0">
              <a:buNone/>
              <a:defRPr sz="1753" b="1"/>
            </a:lvl2pPr>
            <a:lvl3pPr marL="801654" indent="0">
              <a:buNone/>
              <a:defRPr sz="1578" b="1"/>
            </a:lvl3pPr>
            <a:lvl4pPr marL="1202482" indent="0">
              <a:buNone/>
              <a:defRPr sz="1403" b="1"/>
            </a:lvl4pPr>
            <a:lvl5pPr marL="1603309" indent="0">
              <a:buNone/>
              <a:defRPr sz="1403" b="1"/>
            </a:lvl5pPr>
            <a:lvl6pPr marL="2004136" indent="0">
              <a:buNone/>
              <a:defRPr sz="1403" b="1"/>
            </a:lvl6pPr>
            <a:lvl7pPr marL="2404963" indent="0">
              <a:buNone/>
              <a:defRPr sz="1403" b="1"/>
            </a:lvl7pPr>
            <a:lvl8pPr marL="2805791" indent="0">
              <a:buNone/>
              <a:defRPr sz="1403" b="1"/>
            </a:lvl8pPr>
            <a:lvl9pPr marL="3206618" indent="0">
              <a:buNone/>
              <a:defRPr sz="1403" b="1"/>
            </a:lvl9pPr>
          </a:lstStyle>
          <a:p>
            <a:pPr lvl="0"/>
            <a:r>
              <a:rPr lang="en-US"/>
              <a:t>Edit Master text styles</a:t>
            </a:r>
          </a:p>
        </p:txBody>
      </p:sp>
      <p:sp>
        <p:nvSpPr>
          <p:cNvPr id="4" name="Content Placeholder 3"/>
          <p:cNvSpPr>
            <a:spLocks noGrp="1"/>
          </p:cNvSpPr>
          <p:nvPr>
            <p:ph sz="half" idx="2"/>
          </p:nvPr>
        </p:nvSpPr>
        <p:spPr>
          <a:xfrm>
            <a:off x="291942" y="2844154"/>
            <a:ext cx="4328898" cy="3720712"/>
          </a:xfr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81169" y="2033221"/>
            <a:ext cx="4328898" cy="810933"/>
          </a:xfrm>
        </p:spPr>
        <p:txBody>
          <a:bodyPr lIns="91440" rIns="91440" anchor="ctr">
            <a:normAutofit/>
          </a:bodyPr>
          <a:lstStyle>
            <a:lvl1pPr marL="0" indent="0">
              <a:buNone/>
              <a:defRPr sz="1753" b="0" cap="all" baseline="0">
                <a:solidFill>
                  <a:schemeClr val="tx2"/>
                </a:solidFill>
              </a:defRPr>
            </a:lvl1pPr>
            <a:lvl2pPr marL="400827" indent="0">
              <a:buNone/>
              <a:defRPr sz="1753" b="1"/>
            </a:lvl2pPr>
            <a:lvl3pPr marL="801654" indent="0">
              <a:buNone/>
              <a:defRPr sz="1578" b="1"/>
            </a:lvl3pPr>
            <a:lvl4pPr marL="1202482" indent="0">
              <a:buNone/>
              <a:defRPr sz="1403" b="1"/>
            </a:lvl4pPr>
            <a:lvl5pPr marL="1603309" indent="0">
              <a:buNone/>
              <a:defRPr sz="1403" b="1"/>
            </a:lvl5pPr>
            <a:lvl6pPr marL="2004136" indent="0">
              <a:buNone/>
              <a:defRPr sz="1403" b="1"/>
            </a:lvl6pPr>
            <a:lvl7pPr marL="2404963" indent="0">
              <a:buNone/>
              <a:defRPr sz="1403" b="1"/>
            </a:lvl7pPr>
            <a:lvl8pPr marL="2805791" indent="0">
              <a:buNone/>
              <a:defRPr sz="1403" b="1"/>
            </a:lvl8pPr>
            <a:lvl9pPr marL="3206618" indent="0">
              <a:buNone/>
              <a:defRPr sz="1403" b="1"/>
            </a:lvl9pPr>
          </a:lstStyle>
          <a:p>
            <a:pPr lvl="0"/>
            <a:r>
              <a:rPr lang="en-US"/>
              <a:t>Edit Master text styles</a:t>
            </a:r>
          </a:p>
        </p:txBody>
      </p:sp>
      <p:sp>
        <p:nvSpPr>
          <p:cNvPr id="6" name="Content Placeholder 5"/>
          <p:cNvSpPr>
            <a:spLocks noGrp="1"/>
          </p:cNvSpPr>
          <p:nvPr>
            <p:ph sz="quarter" idx="4"/>
          </p:nvPr>
        </p:nvSpPr>
        <p:spPr>
          <a:xfrm>
            <a:off x="4781169" y="2844154"/>
            <a:ext cx="4328898" cy="3720712"/>
          </a:xfr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ED8F11-E02F-4D3E-85B4-F4AEDD07F0EA}" type="slidenum">
              <a:rPr lang="en-US" smtClean="0"/>
              <a:t>‹#›</a:t>
            </a:fld>
            <a:endParaRPr lang="en-US"/>
          </a:p>
        </p:txBody>
      </p:sp>
    </p:spTree>
    <p:extLst>
      <p:ext uri="{BB962C8B-B14F-4D97-AF65-F5344CB8AC3E}">
        <p14:creationId xmlns:p14="http://schemas.microsoft.com/office/powerpoint/2010/main" val="4292076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3907" y="255536"/>
            <a:ext cx="8818126" cy="1204819"/>
          </a:xfrm>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ED8F11-E02F-4D3E-85B4-F4AEDD07F0EA}" type="slidenum">
              <a:rPr lang="en-US" smtClean="0"/>
              <a:t>‹#›</a:t>
            </a:fld>
            <a:endParaRPr lang="en-US"/>
          </a:p>
        </p:txBody>
      </p:sp>
    </p:spTree>
    <p:extLst>
      <p:ext uri="{BB962C8B-B14F-4D97-AF65-F5344CB8AC3E}">
        <p14:creationId xmlns:p14="http://schemas.microsoft.com/office/powerpoint/2010/main" val="343093521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935256" y="3338297"/>
            <a:ext cx="8818126" cy="876735"/>
          </a:xfrm>
        </p:spPr>
        <p:txBody>
          <a:bodyPr/>
          <a:lstStyle>
            <a:lvl1pPr algn="ctr">
              <a:defRPr/>
            </a:lvl1pPr>
          </a:lstStyle>
          <a:p>
            <a:r>
              <a:rPr lang="en-US" dirty="0"/>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ED8F11-E02F-4D3E-85B4-F4AEDD07F0EA}" type="slidenum">
              <a:rPr lang="en-US" smtClean="0"/>
              <a:t>‹#›</a:t>
            </a:fld>
            <a:endParaRPr lang="en-US"/>
          </a:p>
        </p:txBody>
      </p:sp>
    </p:spTree>
    <p:extLst>
      <p:ext uri="{BB962C8B-B14F-4D97-AF65-F5344CB8AC3E}">
        <p14:creationId xmlns:p14="http://schemas.microsoft.com/office/powerpoint/2010/main" val="194751235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785" y="7049770"/>
            <a:ext cx="10685855" cy="503555"/>
          </a:xfrm>
          <a:prstGeom prst="rect">
            <a:avLst/>
          </a:prstGeom>
          <a:solidFill>
            <a:srgbClr val="0F5AA5"/>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4" y="6976545"/>
            <a:ext cx="10685855" cy="70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DED8F11-E02F-4D3E-85B4-F4AEDD07F0EA}" type="slidenum">
              <a:rPr lang="en-US" smtClean="0"/>
              <a:t>‹#›</a:t>
            </a:fld>
            <a:endParaRPr lang="en-US"/>
          </a:p>
        </p:txBody>
      </p:sp>
      <p:sp>
        <p:nvSpPr>
          <p:cNvPr id="11" name="TextBox 10"/>
          <p:cNvSpPr txBox="1"/>
          <p:nvPr userDrawn="1"/>
        </p:nvSpPr>
        <p:spPr>
          <a:xfrm>
            <a:off x="9380478" y="7163266"/>
            <a:ext cx="1308161" cy="254237"/>
          </a:xfrm>
          <a:prstGeom prst="rect">
            <a:avLst/>
          </a:prstGeom>
          <a:noFill/>
        </p:spPr>
        <p:txBody>
          <a:bodyPr wrap="square" rtlCol="0">
            <a:spAutoFit/>
          </a:bodyPr>
          <a:lstStyle/>
          <a:p>
            <a:r>
              <a:rPr lang="en-US" sz="1052" b="1" dirty="0">
                <a:solidFill>
                  <a:schemeClr val="bg1"/>
                </a:solidFill>
              </a:rPr>
              <a:t>www.hrrpnepal.org</a:t>
            </a:r>
          </a:p>
        </p:txBody>
      </p:sp>
    </p:spTree>
    <p:extLst>
      <p:ext uri="{BB962C8B-B14F-4D97-AF65-F5344CB8AC3E}">
        <p14:creationId xmlns:p14="http://schemas.microsoft.com/office/powerpoint/2010/main" val="217359828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lvl1pPr>
              <a:defRPr>
                <a:solidFill>
                  <a:srgbClr val="0070C0"/>
                </a:solidFill>
              </a:defRPr>
            </a:lvl1pPr>
          </a:lstStyle>
          <a:p>
            <a:fld id="{4DED8F11-E02F-4D3E-85B4-F4AEDD07F0EA}" type="slidenum">
              <a:rPr lang="en-US" smtClean="0"/>
              <a:pPr/>
              <a:t>‹#›</a:t>
            </a:fld>
            <a:endParaRPr lang="en-US"/>
          </a:p>
        </p:txBody>
      </p:sp>
      <p:sp>
        <p:nvSpPr>
          <p:cNvPr id="11" name="TextBox 10"/>
          <p:cNvSpPr txBox="1"/>
          <p:nvPr userDrawn="1"/>
        </p:nvSpPr>
        <p:spPr>
          <a:xfrm>
            <a:off x="9380478" y="7163266"/>
            <a:ext cx="1308161" cy="254237"/>
          </a:xfrm>
          <a:prstGeom prst="rect">
            <a:avLst/>
          </a:prstGeom>
          <a:noFill/>
        </p:spPr>
        <p:txBody>
          <a:bodyPr wrap="square" rtlCol="0">
            <a:spAutoFit/>
          </a:bodyPr>
          <a:lstStyle/>
          <a:p>
            <a:r>
              <a:rPr lang="en-US" sz="1052" b="1" dirty="0">
                <a:solidFill>
                  <a:srgbClr val="0070C0"/>
                </a:solidFill>
              </a:rPr>
              <a:t>www.hrrpnepal.org</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33883" y="321915"/>
            <a:ext cx="1192040" cy="1090096"/>
          </a:xfrm>
          <a:prstGeom prst="rect">
            <a:avLst/>
          </a:prstGeom>
        </p:spPr>
      </p:pic>
      <p:sp>
        <p:nvSpPr>
          <p:cNvPr id="10" name="Title 1"/>
          <p:cNvSpPr>
            <a:spLocks noGrp="1"/>
          </p:cNvSpPr>
          <p:nvPr>
            <p:ph type="title"/>
          </p:nvPr>
        </p:nvSpPr>
        <p:spPr>
          <a:xfrm>
            <a:off x="303907" y="255536"/>
            <a:ext cx="8818126" cy="1204819"/>
          </a:xfrm>
        </p:spPr>
        <p:txBody>
          <a:bodyPr/>
          <a:lstStyle/>
          <a:p>
            <a:r>
              <a:rPr lang="en-US"/>
              <a:t>Click to edit Master title style</a:t>
            </a:r>
            <a:endParaRPr lang="en-US" dirty="0"/>
          </a:p>
        </p:txBody>
      </p:sp>
    </p:spTree>
    <p:extLst>
      <p:ext uri="{BB962C8B-B14F-4D97-AF65-F5344CB8AC3E}">
        <p14:creationId xmlns:p14="http://schemas.microsoft.com/office/powerpoint/2010/main" val="301571732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3551299" cy="7553325"/>
          </a:xfrm>
          <a:prstGeom prst="rect">
            <a:avLst/>
          </a:prstGeom>
          <a:solidFill>
            <a:srgbClr val="0F5AA5"/>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541902" y="0"/>
            <a:ext cx="56115" cy="7553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00825" y="654620"/>
            <a:ext cx="2805767" cy="2517775"/>
          </a:xfrm>
        </p:spPr>
        <p:txBody>
          <a:bodyPr anchor="b">
            <a:normAutofit/>
          </a:bodyPr>
          <a:lstStyle>
            <a:lvl1pPr>
              <a:defRPr sz="3156"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753981" y="805688"/>
            <a:ext cx="5433198" cy="57908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00825" y="3222752"/>
            <a:ext cx="2805767" cy="3721730"/>
          </a:xfrm>
        </p:spPr>
        <p:txBody>
          <a:bodyPr lIns="91440" rIns="91440">
            <a:normAutofit/>
          </a:bodyPr>
          <a:lstStyle>
            <a:lvl1pPr marL="0" indent="0">
              <a:buNone/>
              <a:defRPr sz="1315">
                <a:solidFill>
                  <a:srgbClr val="FFFFFF"/>
                </a:solidFill>
              </a:defRPr>
            </a:lvl1pPr>
            <a:lvl2pPr marL="400827" indent="0">
              <a:buNone/>
              <a:defRPr sz="1052"/>
            </a:lvl2pPr>
            <a:lvl3pPr marL="801654" indent="0">
              <a:buNone/>
              <a:defRPr sz="877"/>
            </a:lvl3pPr>
            <a:lvl4pPr marL="1202482" indent="0">
              <a:buNone/>
              <a:defRPr sz="789"/>
            </a:lvl4pPr>
            <a:lvl5pPr marL="1603309" indent="0">
              <a:buNone/>
              <a:defRPr sz="789"/>
            </a:lvl5pPr>
            <a:lvl6pPr marL="2004136" indent="0">
              <a:buNone/>
              <a:defRPr sz="789"/>
            </a:lvl6pPr>
            <a:lvl7pPr marL="2404963" indent="0">
              <a:buNone/>
              <a:defRPr sz="789"/>
            </a:lvl7pPr>
            <a:lvl8pPr marL="2805791" indent="0">
              <a:buNone/>
              <a:defRPr sz="789"/>
            </a:lvl8pPr>
            <a:lvl9pPr marL="3206618" indent="0">
              <a:buNone/>
              <a:defRPr sz="789"/>
            </a:lvl9pPr>
          </a:lstStyle>
          <a:p>
            <a:pPr lvl="0"/>
            <a:r>
              <a:rPr lang="en-US"/>
              <a:t>Edit Master text styles</a:t>
            </a:r>
          </a:p>
        </p:txBody>
      </p:sp>
      <p:sp>
        <p:nvSpPr>
          <p:cNvPr id="6" name="Footer Placeholder 5"/>
          <p:cNvSpPr>
            <a:spLocks noGrp="1"/>
          </p:cNvSpPr>
          <p:nvPr>
            <p:ph type="ftr" sz="quarter" idx="11"/>
          </p:nvPr>
        </p:nvSpPr>
        <p:spPr>
          <a:xfrm>
            <a:off x="3753982" y="7114737"/>
            <a:ext cx="3923403" cy="40214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a:xfrm>
            <a:off x="8224990" y="7114737"/>
            <a:ext cx="1107440" cy="402145"/>
          </a:xfrm>
        </p:spPr>
        <p:txBody>
          <a:bodyPr/>
          <a:lstStyle>
            <a:lvl1pPr>
              <a:defRPr>
                <a:solidFill>
                  <a:schemeClr val="tx2"/>
                </a:solidFill>
              </a:defRPr>
            </a:lvl1pPr>
          </a:lstStyle>
          <a:p>
            <a:fld id="{4DED8F11-E02F-4D3E-85B4-F4AEDD07F0EA}" type="slidenum">
              <a:rPr lang="en-US" smtClean="0"/>
              <a:t>‹#›</a:t>
            </a:fld>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33883" y="321915"/>
            <a:ext cx="1192040" cy="1090096"/>
          </a:xfrm>
          <a:prstGeom prst="rect">
            <a:avLst/>
          </a:prstGeom>
        </p:spPr>
      </p:pic>
      <p:sp>
        <p:nvSpPr>
          <p:cNvPr id="11" name="TextBox 10"/>
          <p:cNvSpPr txBox="1"/>
          <p:nvPr userDrawn="1"/>
        </p:nvSpPr>
        <p:spPr>
          <a:xfrm>
            <a:off x="9380478" y="7163266"/>
            <a:ext cx="1308161" cy="461665"/>
          </a:xfrm>
          <a:prstGeom prst="rect">
            <a:avLst/>
          </a:prstGeom>
          <a:noFill/>
        </p:spPr>
        <p:txBody>
          <a:bodyPr wrap="square" rtlCol="0">
            <a:spAutoFit/>
          </a:bodyPr>
          <a:lstStyle/>
          <a:p>
            <a:r>
              <a:rPr lang="en-US" sz="1200" b="1" dirty="0">
                <a:solidFill>
                  <a:srgbClr val="0F5AA5"/>
                </a:solidFill>
              </a:rPr>
              <a:t>www.hrrpnepal.org</a:t>
            </a:r>
          </a:p>
        </p:txBody>
      </p:sp>
    </p:spTree>
    <p:extLst>
      <p:ext uri="{BB962C8B-B14F-4D97-AF65-F5344CB8AC3E}">
        <p14:creationId xmlns:p14="http://schemas.microsoft.com/office/powerpoint/2010/main" val="349482885"/>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5455179"/>
            <a:ext cx="10685855" cy="2098146"/>
          </a:xfrm>
          <a:prstGeom prst="rect">
            <a:avLst/>
          </a:prstGeom>
          <a:solidFill>
            <a:srgbClr val="0F5AA5"/>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4" y="5413410"/>
            <a:ext cx="10685855" cy="70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61979" y="5589461"/>
            <a:ext cx="8866225" cy="906399"/>
          </a:xfrm>
        </p:spPr>
        <p:txBody>
          <a:bodyPr lIns="91440" tIns="0" rIns="91440" bIns="0" anchor="b">
            <a:noAutofit/>
          </a:bodyPr>
          <a:lstStyle>
            <a:lvl1pPr>
              <a:defRPr sz="3156" b="0">
                <a:solidFill>
                  <a:srgbClr val="FFFFFF"/>
                </a:solidFill>
              </a:defRPr>
            </a:lvl1pPr>
          </a:lstStyle>
          <a:p>
            <a:r>
              <a:rPr lang="en-US" dirty="0"/>
              <a:t>Click to edit Master title style</a:t>
            </a:r>
          </a:p>
        </p:txBody>
      </p:sp>
      <p:sp>
        <p:nvSpPr>
          <p:cNvPr id="3" name="Picture Placeholder 2"/>
          <p:cNvSpPr>
            <a:spLocks noGrp="1" noChangeAspect="1"/>
          </p:cNvSpPr>
          <p:nvPr>
            <p:ph type="pic" idx="1"/>
          </p:nvPr>
        </p:nvSpPr>
        <p:spPr>
          <a:xfrm>
            <a:off x="15" y="0"/>
            <a:ext cx="10688625" cy="5413410"/>
          </a:xfrm>
          <a:blipFill>
            <a:blip r:embed="rId2"/>
            <a:stretch>
              <a:fillRect/>
            </a:stretch>
          </a:blipFill>
        </p:spPr>
        <p:txBody>
          <a:bodyPr lIns="457200" tIns="457200" anchor="t"/>
          <a:lstStyle>
            <a:lvl1pPr marL="0" indent="0">
              <a:buNone/>
              <a:defRPr sz="2805">
                <a:solidFill>
                  <a:schemeClr val="bg1"/>
                </a:solidFill>
              </a:defRPr>
            </a:lvl1pPr>
            <a:lvl2pPr marL="400827" indent="0">
              <a:buNone/>
              <a:defRPr sz="2455"/>
            </a:lvl2pPr>
            <a:lvl3pPr marL="801654" indent="0">
              <a:buNone/>
              <a:defRPr sz="2104"/>
            </a:lvl3pPr>
            <a:lvl4pPr marL="1202482" indent="0">
              <a:buNone/>
              <a:defRPr sz="1753"/>
            </a:lvl4pPr>
            <a:lvl5pPr marL="1603309" indent="0">
              <a:buNone/>
              <a:defRPr sz="1753"/>
            </a:lvl5pPr>
            <a:lvl6pPr marL="2004136" indent="0">
              <a:buNone/>
              <a:defRPr sz="1753"/>
            </a:lvl6pPr>
            <a:lvl7pPr marL="2404963" indent="0">
              <a:buNone/>
              <a:defRPr sz="1753"/>
            </a:lvl7pPr>
            <a:lvl8pPr marL="2805791" indent="0">
              <a:buNone/>
              <a:defRPr sz="1753"/>
            </a:lvl8pPr>
            <a:lvl9pPr marL="3206618" indent="0">
              <a:buNone/>
              <a:defRPr sz="1753"/>
            </a:lvl9pPr>
          </a:lstStyle>
          <a:p>
            <a:r>
              <a:rPr lang="en-US" dirty="0"/>
              <a:t>Click icon to add picture</a:t>
            </a:r>
          </a:p>
        </p:txBody>
      </p:sp>
      <p:sp>
        <p:nvSpPr>
          <p:cNvPr id="4" name="Text Placeholder 3"/>
          <p:cNvSpPr>
            <a:spLocks noGrp="1"/>
          </p:cNvSpPr>
          <p:nvPr>
            <p:ph type="body" sz="half" idx="2"/>
          </p:nvPr>
        </p:nvSpPr>
        <p:spPr>
          <a:xfrm>
            <a:off x="961979" y="6505929"/>
            <a:ext cx="8866225" cy="654622"/>
          </a:xfrm>
        </p:spPr>
        <p:txBody>
          <a:bodyPr lIns="91440" tIns="0" rIns="91440" bIns="0">
            <a:normAutofit/>
          </a:bodyPr>
          <a:lstStyle>
            <a:lvl1pPr marL="0" indent="0">
              <a:spcBef>
                <a:spcPts val="0"/>
              </a:spcBef>
              <a:spcAft>
                <a:spcPts val="526"/>
              </a:spcAft>
              <a:buNone/>
              <a:defRPr sz="1315">
                <a:solidFill>
                  <a:srgbClr val="FFFFFF"/>
                </a:solidFill>
              </a:defRPr>
            </a:lvl1pPr>
            <a:lvl2pPr marL="400827" indent="0">
              <a:buNone/>
              <a:defRPr sz="1052"/>
            </a:lvl2pPr>
            <a:lvl3pPr marL="801654" indent="0">
              <a:buNone/>
              <a:defRPr sz="877"/>
            </a:lvl3pPr>
            <a:lvl4pPr marL="1202482" indent="0">
              <a:buNone/>
              <a:defRPr sz="789"/>
            </a:lvl4pPr>
            <a:lvl5pPr marL="1603309" indent="0">
              <a:buNone/>
              <a:defRPr sz="789"/>
            </a:lvl5pPr>
            <a:lvl6pPr marL="2004136" indent="0">
              <a:buNone/>
              <a:defRPr sz="789"/>
            </a:lvl6pPr>
            <a:lvl7pPr marL="2404963" indent="0">
              <a:buNone/>
              <a:defRPr sz="789"/>
            </a:lvl7pPr>
            <a:lvl8pPr marL="2805791" indent="0">
              <a:buNone/>
              <a:defRPr sz="789"/>
            </a:lvl8pPr>
            <a:lvl9pPr marL="3206618" indent="0">
              <a:buNone/>
              <a:defRPr sz="789"/>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sz="1300"/>
            </a:lvl1pPr>
          </a:lstStyle>
          <a:p>
            <a:fld id="{4DED8F11-E02F-4D3E-85B4-F4AEDD07F0EA}" type="slidenum">
              <a:rPr lang="en-US" smtClean="0"/>
              <a:pPr/>
              <a:t>‹#›</a:t>
            </a:fld>
            <a:endParaRPr lang="en-US" dirty="0"/>
          </a:p>
        </p:txBody>
      </p:sp>
      <p:sp>
        <p:nvSpPr>
          <p:cNvPr id="10" name="TextBox 9"/>
          <p:cNvSpPr txBox="1"/>
          <p:nvPr userDrawn="1"/>
        </p:nvSpPr>
        <p:spPr>
          <a:xfrm>
            <a:off x="8918918" y="7163266"/>
            <a:ext cx="1769722" cy="307777"/>
          </a:xfrm>
          <a:prstGeom prst="rect">
            <a:avLst/>
          </a:prstGeom>
          <a:noFill/>
        </p:spPr>
        <p:txBody>
          <a:bodyPr wrap="square" rtlCol="0">
            <a:spAutoFit/>
          </a:bodyPr>
          <a:lstStyle/>
          <a:p>
            <a:r>
              <a:rPr lang="en-US" sz="1400" b="1" dirty="0">
                <a:solidFill>
                  <a:schemeClr val="bg1"/>
                </a:solidFill>
              </a:rPr>
              <a:t>www.hrrpnepal.org</a:t>
            </a:r>
          </a:p>
        </p:txBody>
      </p:sp>
    </p:spTree>
    <p:extLst>
      <p:ext uri="{BB962C8B-B14F-4D97-AF65-F5344CB8AC3E}">
        <p14:creationId xmlns:p14="http://schemas.microsoft.com/office/powerpoint/2010/main" val="326892579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D8F11-E02F-4D3E-85B4-F4AEDD07F0EA}" type="slidenum">
              <a:rPr lang="en-US" smtClean="0"/>
              <a:t>‹#›</a:t>
            </a:fld>
            <a:endParaRPr lang="en-US"/>
          </a:p>
        </p:txBody>
      </p:sp>
    </p:spTree>
    <p:extLst>
      <p:ext uri="{BB962C8B-B14F-4D97-AF65-F5344CB8AC3E}">
        <p14:creationId xmlns:p14="http://schemas.microsoft.com/office/powerpoint/2010/main" val="95196112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785" y="7049770"/>
            <a:ext cx="10685855" cy="503555"/>
          </a:xfrm>
          <a:prstGeom prst="rect">
            <a:avLst/>
          </a:prstGeom>
          <a:solidFill>
            <a:srgbClr val="0F5AA5"/>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4" y="6976545"/>
            <a:ext cx="10685855" cy="70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7649056" y="456833"/>
            <a:ext cx="2304738" cy="63411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34845" y="456832"/>
            <a:ext cx="6780605" cy="6341161"/>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D8F11-E02F-4D3E-85B4-F4AEDD07F0EA}" type="slidenum">
              <a:rPr lang="en-US" smtClean="0"/>
              <a:t>‹#›</a:t>
            </a:fld>
            <a:endParaRPr lang="en-US"/>
          </a:p>
        </p:txBody>
      </p:sp>
      <p:sp>
        <p:nvSpPr>
          <p:cNvPr id="9" name="TextBox 8"/>
          <p:cNvSpPr txBox="1"/>
          <p:nvPr userDrawn="1"/>
        </p:nvSpPr>
        <p:spPr>
          <a:xfrm>
            <a:off x="9380478" y="7163266"/>
            <a:ext cx="1308161" cy="254237"/>
          </a:xfrm>
          <a:prstGeom prst="rect">
            <a:avLst/>
          </a:prstGeom>
          <a:noFill/>
        </p:spPr>
        <p:txBody>
          <a:bodyPr wrap="square" rtlCol="0">
            <a:spAutoFit/>
          </a:bodyPr>
          <a:lstStyle/>
          <a:p>
            <a:r>
              <a:rPr lang="en-US" sz="1052" b="1" dirty="0">
                <a:solidFill>
                  <a:schemeClr val="bg1"/>
                </a:solidFill>
              </a:rPr>
              <a:t>www.hrrpnepal.org</a:t>
            </a:r>
          </a:p>
        </p:txBody>
      </p:sp>
    </p:spTree>
    <p:extLst>
      <p:ext uri="{BB962C8B-B14F-4D97-AF65-F5344CB8AC3E}">
        <p14:creationId xmlns:p14="http://schemas.microsoft.com/office/powerpoint/2010/main" val="27878263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4_Title Only">
    <p:spTree>
      <p:nvGrpSpPr>
        <p:cNvPr id="1" name=""/>
        <p:cNvGrpSpPr/>
        <p:nvPr/>
      </p:nvGrpSpPr>
      <p:grpSpPr>
        <a:xfrm>
          <a:off x="0" y="0"/>
          <a:ext cx="0" cy="0"/>
          <a:chOff x="0" y="0"/>
          <a:chExt cx="0" cy="0"/>
        </a:xfrm>
      </p:grpSpPr>
      <p:pic>
        <p:nvPicPr>
          <p:cNvPr id="2" name="Picture 14"/>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34432" y="1227056"/>
            <a:ext cx="9280499" cy="87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2439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064802"/>
            <a:ext cx="10688638" cy="503555"/>
          </a:xfrm>
          <a:prstGeom prst="rect">
            <a:avLst/>
          </a:prstGeom>
          <a:solidFill>
            <a:srgbClr val="0F5AA5"/>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578" dirty="0"/>
          </a:p>
        </p:txBody>
      </p:sp>
      <p:sp>
        <p:nvSpPr>
          <p:cNvPr id="9" name="Rectangle 8"/>
          <p:cNvSpPr/>
          <p:nvPr/>
        </p:nvSpPr>
        <p:spPr>
          <a:xfrm>
            <a:off x="0" y="6976545"/>
            <a:ext cx="10688639" cy="726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03907" y="285600"/>
            <a:ext cx="8818126" cy="120481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9627" y="1762300"/>
            <a:ext cx="10122016" cy="5031936"/>
          </a:xfrm>
          <a:prstGeom prst="rect">
            <a:avLst/>
          </a:prstGeom>
        </p:spPr>
        <p:txBody>
          <a:bodyPr vert="horz" lIns="0" tIns="45720" rIns="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231652" y="7114737"/>
            <a:ext cx="4228117" cy="402145"/>
          </a:xfrm>
          <a:prstGeom prst="rect">
            <a:avLst/>
          </a:prstGeom>
        </p:spPr>
        <p:txBody>
          <a:bodyPr vert="horz" lIns="91440" tIns="45720" rIns="91440" bIns="45720" rtlCol="0" anchor="ctr"/>
          <a:lstStyle>
            <a:lvl1pPr algn="ctr">
              <a:defRPr sz="789"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316178" y="7114737"/>
            <a:ext cx="1150243" cy="402145"/>
          </a:xfrm>
          <a:prstGeom prst="rect">
            <a:avLst/>
          </a:prstGeom>
        </p:spPr>
        <p:txBody>
          <a:bodyPr vert="horz" lIns="91440" tIns="45720" rIns="91440" bIns="45720" rtlCol="0" anchor="ctr"/>
          <a:lstStyle>
            <a:lvl1pPr algn="l">
              <a:defRPr sz="1052">
                <a:solidFill>
                  <a:srgbClr val="FFFFFF"/>
                </a:solidFill>
              </a:defRPr>
            </a:lvl1pPr>
          </a:lstStyle>
          <a:p>
            <a:fld id="{4DED8F11-E02F-4D3E-85B4-F4AEDD07F0EA}" type="slidenum">
              <a:rPr lang="en-US" smtClean="0"/>
              <a:pPr/>
              <a:t>‹#›</a:t>
            </a:fld>
            <a:endParaRPr lang="en-US" dirty="0"/>
          </a:p>
        </p:txBody>
      </p:sp>
      <p:pic>
        <p:nvPicPr>
          <p:cNvPr id="8" name="Picture 7"/>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9329603" y="36002"/>
            <a:ext cx="1192040" cy="1090096"/>
          </a:xfrm>
          <a:prstGeom prst="rect">
            <a:avLst/>
          </a:prstGeom>
        </p:spPr>
      </p:pic>
      <p:sp>
        <p:nvSpPr>
          <p:cNvPr id="12" name="TextBox 11"/>
          <p:cNvSpPr txBox="1"/>
          <p:nvPr userDrawn="1"/>
        </p:nvSpPr>
        <p:spPr>
          <a:xfrm>
            <a:off x="9380478" y="7163266"/>
            <a:ext cx="1308161" cy="254237"/>
          </a:xfrm>
          <a:prstGeom prst="rect">
            <a:avLst/>
          </a:prstGeom>
          <a:noFill/>
        </p:spPr>
        <p:txBody>
          <a:bodyPr wrap="square" rtlCol="0">
            <a:spAutoFit/>
          </a:bodyPr>
          <a:lstStyle/>
          <a:p>
            <a:r>
              <a:rPr lang="en-US" sz="1052" b="1" dirty="0">
                <a:solidFill>
                  <a:schemeClr val="bg1"/>
                </a:solidFill>
              </a:rPr>
              <a:t>www.hrrpnepal.org</a:t>
            </a:r>
          </a:p>
        </p:txBody>
      </p:sp>
    </p:spTree>
    <p:extLst>
      <p:ext uri="{BB962C8B-B14F-4D97-AF65-F5344CB8AC3E}">
        <p14:creationId xmlns:p14="http://schemas.microsoft.com/office/powerpoint/2010/main" val="2787284042"/>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81" r:id="rId7"/>
    <p:sldLayoutId id="2147483676" r:id="rId8"/>
    <p:sldLayoutId id="2147483682" r:id="rId9"/>
    <p:sldLayoutId id="2147483677" r:id="rId10"/>
    <p:sldLayoutId id="2147483678" r:id="rId11"/>
    <p:sldLayoutId id="2147483679" r:id="rId12"/>
    <p:sldLayoutId id="2147483680" r:id="rId13"/>
    <p:sldLayoutId id="2147483685" r:id="rId14"/>
  </p:sldLayoutIdLst>
  <p:hf hdr="0" ftr="0" dt="0"/>
  <p:txStyles>
    <p:titleStyle>
      <a:lvl1pPr algn="l" defTabSz="801654" rtl="0" eaLnBrk="1" latinLnBrk="0" hangingPunct="1">
        <a:lnSpc>
          <a:spcPct val="85000"/>
        </a:lnSpc>
        <a:spcBef>
          <a:spcPct val="0"/>
        </a:spcBef>
        <a:buNone/>
        <a:defRPr sz="4208" b="0" kern="1200" spc="-44" baseline="0">
          <a:solidFill>
            <a:srgbClr val="0F5AA5"/>
          </a:solidFill>
          <a:latin typeface="Georgia" panose="02040502050405020303" pitchFamily="18" charset="0"/>
          <a:ea typeface="+mj-ea"/>
          <a:cs typeface="Helvetica" panose="020B0604020202020204" pitchFamily="34" charset="0"/>
        </a:defRPr>
      </a:lvl1pPr>
    </p:titleStyle>
    <p:bodyStyle>
      <a:lvl1pPr marL="299229" indent="-299229" algn="l" defTabSz="801654" rtl="0" eaLnBrk="1" latinLnBrk="0" hangingPunct="1">
        <a:lnSpc>
          <a:spcPct val="114000"/>
        </a:lnSpc>
        <a:spcBef>
          <a:spcPts val="1052"/>
        </a:spcBef>
        <a:spcAft>
          <a:spcPts val="175"/>
        </a:spcAft>
        <a:buClr>
          <a:srgbClr val="0F5AA5"/>
        </a:buClr>
        <a:buSzPct val="100000"/>
        <a:buFont typeface="Wingdings" panose="05000000000000000000" pitchFamily="2" charset="2"/>
        <a:buChar char="§"/>
        <a:defRPr sz="2104" kern="1200">
          <a:solidFill>
            <a:schemeClr val="tx1"/>
          </a:solidFill>
          <a:latin typeface="+mn-lt"/>
          <a:ea typeface="+mn-ea"/>
          <a:cs typeface="+mn-cs"/>
        </a:defRPr>
      </a:lvl1pPr>
      <a:lvl2pPr marL="502426" indent="-203197" algn="l" defTabSz="801654" rtl="0" eaLnBrk="1" latinLnBrk="0" hangingPunct="1">
        <a:lnSpc>
          <a:spcPct val="114000"/>
        </a:lnSpc>
        <a:spcBef>
          <a:spcPts val="175"/>
        </a:spcBef>
        <a:spcAft>
          <a:spcPts val="351"/>
        </a:spcAft>
        <a:buClr>
          <a:srgbClr val="0F5AA5"/>
        </a:buClr>
        <a:buFont typeface="Calibri" pitchFamily="34" charset="0"/>
        <a:buChar char="◦"/>
        <a:defRPr sz="2104" kern="1200">
          <a:solidFill>
            <a:schemeClr val="tx1"/>
          </a:solidFill>
          <a:latin typeface="+mn-lt"/>
          <a:ea typeface="+mn-ea"/>
          <a:cs typeface="+mn-cs"/>
        </a:defRPr>
      </a:lvl2pPr>
      <a:lvl3pPr marL="497026" indent="-160331" algn="l" defTabSz="801654" rtl="0" eaLnBrk="1" latinLnBrk="0" hangingPunct="1">
        <a:lnSpc>
          <a:spcPct val="114000"/>
        </a:lnSpc>
        <a:spcBef>
          <a:spcPts val="175"/>
        </a:spcBef>
        <a:spcAft>
          <a:spcPts val="351"/>
        </a:spcAft>
        <a:buClr>
          <a:schemeClr val="accent1"/>
        </a:buClr>
        <a:buFont typeface="Calibri" pitchFamily="34" charset="0"/>
        <a:buChar char="◦"/>
        <a:defRPr sz="2104" kern="1200">
          <a:solidFill>
            <a:schemeClr val="tx1">
              <a:lumMod val="75000"/>
              <a:lumOff val="25000"/>
            </a:schemeClr>
          </a:solidFill>
          <a:latin typeface="+mn-lt"/>
          <a:ea typeface="+mn-ea"/>
          <a:cs typeface="+mn-cs"/>
        </a:defRPr>
      </a:lvl3pPr>
      <a:lvl4pPr marL="657357" indent="-160331" algn="l" defTabSz="801654" rtl="0" eaLnBrk="1" latinLnBrk="0" hangingPunct="1">
        <a:lnSpc>
          <a:spcPct val="114000"/>
        </a:lnSpc>
        <a:spcBef>
          <a:spcPts val="175"/>
        </a:spcBef>
        <a:spcAft>
          <a:spcPts val="351"/>
        </a:spcAft>
        <a:buClr>
          <a:schemeClr val="accent1"/>
        </a:buClr>
        <a:buFont typeface="Calibri" pitchFamily="34" charset="0"/>
        <a:buChar char="◦"/>
        <a:defRPr sz="2104" kern="1200">
          <a:solidFill>
            <a:schemeClr val="tx1">
              <a:lumMod val="75000"/>
              <a:lumOff val="25000"/>
            </a:schemeClr>
          </a:solidFill>
          <a:latin typeface="+mn-lt"/>
          <a:ea typeface="+mn-ea"/>
          <a:cs typeface="+mn-cs"/>
        </a:defRPr>
      </a:lvl4pPr>
      <a:lvl5pPr marL="817688" indent="-160331" algn="l" defTabSz="801654" rtl="0" eaLnBrk="1" latinLnBrk="0" hangingPunct="1">
        <a:lnSpc>
          <a:spcPct val="114000"/>
        </a:lnSpc>
        <a:spcBef>
          <a:spcPts val="175"/>
        </a:spcBef>
        <a:spcAft>
          <a:spcPts val="351"/>
        </a:spcAft>
        <a:buClr>
          <a:schemeClr val="accent1"/>
        </a:buClr>
        <a:buFont typeface="Calibri" pitchFamily="34" charset="0"/>
        <a:buChar char="◦"/>
        <a:defRPr sz="2104" kern="1200">
          <a:solidFill>
            <a:schemeClr val="tx1">
              <a:lumMod val="75000"/>
              <a:lumOff val="25000"/>
            </a:schemeClr>
          </a:solidFill>
          <a:latin typeface="+mn-lt"/>
          <a:ea typeface="+mn-ea"/>
          <a:cs typeface="+mn-cs"/>
        </a:defRPr>
      </a:lvl5pPr>
      <a:lvl6pPr marL="964370" indent="-200414" algn="l" defTabSz="801654" rtl="0" eaLnBrk="1" latinLnBrk="0" hangingPunct="1">
        <a:lnSpc>
          <a:spcPct val="90000"/>
        </a:lnSpc>
        <a:spcBef>
          <a:spcPts val="175"/>
        </a:spcBef>
        <a:spcAft>
          <a:spcPts val="351"/>
        </a:spcAft>
        <a:buClr>
          <a:schemeClr val="accent1"/>
        </a:buClr>
        <a:buFont typeface="Calibri" pitchFamily="34" charset="0"/>
        <a:buChar char="◦"/>
        <a:defRPr sz="1227" kern="1200">
          <a:solidFill>
            <a:schemeClr val="tx1">
              <a:lumMod val="75000"/>
              <a:lumOff val="25000"/>
            </a:schemeClr>
          </a:solidFill>
          <a:latin typeface="+mn-lt"/>
          <a:ea typeface="+mn-ea"/>
          <a:cs typeface="+mn-cs"/>
        </a:defRPr>
      </a:lvl6pPr>
      <a:lvl7pPr marL="1139710" indent="-200414" algn="l" defTabSz="801654" rtl="0" eaLnBrk="1" latinLnBrk="0" hangingPunct="1">
        <a:lnSpc>
          <a:spcPct val="90000"/>
        </a:lnSpc>
        <a:spcBef>
          <a:spcPts val="175"/>
        </a:spcBef>
        <a:spcAft>
          <a:spcPts val="351"/>
        </a:spcAft>
        <a:buClr>
          <a:schemeClr val="accent1"/>
        </a:buClr>
        <a:buFont typeface="Calibri" pitchFamily="34" charset="0"/>
        <a:buChar char="◦"/>
        <a:defRPr sz="1227" kern="1200">
          <a:solidFill>
            <a:schemeClr val="tx1">
              <a:lumMod val="75000"/>
              <a:lumOff val="25000"/>
            </a:schemeClr>
          </a:solidFill>
          <a:latin typeface="+mn-lt"/>
          <a:ea typeface="+mn-ea"/>
          <a:cs typeface="+mn-cs"/>
        </a:defRPr>
      </a:lvl7pPr>
      <a:lvl8pPr marL="1315050" indent="-200414" algn="l" defTabSz="801654" rtl="0" eaLnBrk="1" latinLnBrk="0" hangingPunct="1">
        <a:lnSpc>
          <a:spcPct val="90000"/>
        </a:lnSpc>
        <a:spcBef>
          <a:spcPts val="175"/>
        </a:spcBef>
        <a:spcAft>
          <a:spcPts val="351"/>
        </a:spcAft>
        <a:buClr>
          <a:schemeClr val="accent1"/>
        </a:buClr>
        <a:buFont typeface="Calibri" pitchFamily="34" charset="0"/>
        <a:buChar char="◦"/>
        <a:defRPr sz="1227" kern="1200">
          <a:solidFill>
            <a:schemeClr val="tx1">
              <a:lumMod val="75000"/>
              <a:lumOff val="25000"/>
            </a:schemeClr>
          </a:solidFill>
          <a:latin typeface="+mn-lt"/>
          <a:ea typeface="+mn-ea"/>
          <a:cs typeface="+mn-cs"/>
        </a:defRPr>
      </a:lvl8pPr>
      <a:lvl9pPr marL="1490390" indent="-200414" algn="l" defTabSz="801654" rtl="0" eaLnBrk="1" latinLnBrk="0" hangingPunct="1">
        <a:lnSpc>
          <a:spcPct val="90000"/>
        </a:lnSpc>
        <a:spcBef>
          <a:spcPts val="175"/>
        </a:spcBef>
        <a:spcAft>
          <a:spcPts val="351"/>
        </a:spcAft>
        <a:buClr>
          <a:schemeClr val="accent1"/>
        </a:buClr>
        <a:buFont typeface="Calibri" pitchFamily="34" charset="0"/>
        <a:buChar char="◦"/>
        <a:defRPr sz="1227" kern="1200">
          <a:solidFill>
            <a:schemeClr val="tx1">
              <a:lumMod val="75000"/>
              <a:lumOff val="25000"/>
            </a:schemeClr>
          </a:solidFill>
          <a:latin typeface="+mn-lt"/>
          <a:ea typeface="+mn-ea"/>
          <a:cs typeface="+mn-cs"/>
        </a:defRPr>
      </a:lvl9pPr>
    </p:bodyStyle>
    <p:otherStyle>
      <a:defPPr>
        <a:defRPr lang="en-US"/>
      </a:defPPr>
      <a:lvl1pPr marL="0" algn="l" defTabSz="801654" rtl="0" eaLnBrk="1" latinLnBrk="0" hangingPunct="1">
        <a:defRPr sz="1578" kern="1200">
          <a:solidFill>
            <a:schemeClr val="tx1"/>
          </a:solidFill>
          <a:latin typeface="+mn-lt"/>
          <a:ea typeface="+mn-ea"/>
          <a:cs typeface="+mn-cs"/>
        </a:defRPr>
      </a:lvl1pPr>
      <a:lvl2pPr marL="400827" algn="l" defTabSz="801654" rtl="0" eaLnBrk="1" latinLnBrk="0" hangingPunct="1">
        <a:defRPr sz="1578" kern="1200">
          <a:solidFill>
            <a:schemeClr val="tx1"/>
          </a:solidFill>
          <a:latin typeface="+mn-lt"/>
          <a:ea typeface="+mn-ea"/>
          <a:cs typeface="+mn-cs"/>
        </a:defRPr>
      </a:lvl2pPr>
      <a:lvl3pPr marL="801654" algn="l" defTabSz="801654" rtl="0" eaLnBrk="1" latinLnBrk="0" hangingPunct="1">
        <a:defRPr sz="1578" kern="1200">
          <a:solidFill>
            <a:schemeClr val="tx1"/>
          </a:solidFill>
          <a:latin typeface="+mn-lt"/>
          <a:ea typeface="+mn-ea"/>
          <a:cs typeface="+mn-cs"/>
        </a:defRPr>
      </a:lvl3pPr>
      <a:lvl4pPr marL="1202482" algn="l" defTabSz="801654" rtl="0" eaLnBrk="1" latinLnBrk="0" hangingPunct="1">
        <a:defRPr sz="1578" kern="1200">
          <a:solidFill>
            <a:schemeClr val="tx1"/>
          </a:solidFill>
          <a:latin typeface="+mn-lt"/>
          <a:ea typeface="+mn-ea"/>
          <a:cs typeface="+mn-cs"/>
        </a:defRPr>
      </a:lvl4pPr>
      <a:lvl5pPr marL="1603309" algn="l" defTabSz="801654" rtl="0" eaLnBrk="1" latinLnBrk="0" hangingPunct="1">
        <a:defRPr sz="1578" kern="1200">
          <a:solidFill>
            <a:schemeClr val="tx1"/>
          </a:solidFill>
          <a:latin typeface="+mn-lt"/>
          <a:ea typeface="+mn-ea"/>
          <a:cs typeface="+mn-cs"/>
        </a:defRPr>
      </a:lvl5pPr>
      <a:lvl6pPr marL="2004136" algn="l" defTabSz="801654" rtl="0" eaLnBrk="1" latinLnBrk="0" hangingPunct="1">
        <a:defRPr sz="1578" kern="1200">
          <a:solidFill>
            <a:schemeClr val="tx1"/>
          </a:solidFill>
          <a:latin typeface="+mn-lt"/>
          <a:ea typeface="+mn-ea"/>
          <a:cs typeface="+mn-cs"/>
        </a:defRPr>
      </a:lvl6pPr>
      <a:lvl7pPr marL="2404963" algn="l" defTabSz="801654" rtl="0" eaLnBrk="1" latinLnBrk="0" hangingPunct="1">
        <a:defRPr sz="1578" kern="1200">
          <a:solidFill>
            <a:schemeClr val="tx1"/>
          </a:solidFill>
          <a:latin typeface="+mn-lt"/>
          <a:ea typeface="+mn-ea"/>
          <a:cs typeface="+mn-cs"/>
        </a:defRPr>
      </a:lvl7pPr>
      <a:lvl8pPr marL="2805791" algn="l" defTabSz="801654" rtl="0" eaLnBrk="1" latinLnBrk="0" hangingPunct="1">
        <a:defRPr sz="1578" kern="1200">
          <a:solidFill>
            <a:schemeClr val="tx1"/>
          </a:solidFill>
          <a:latin typeface="+mn-lt"/>
          <a:ea typeface="+mn-ea"/>
          <a:cs typeface="+mn-cs"/>
        </a:defRPr>
      </a:lvl8pPr>
      <a:lvl9pPr marL="3206618" algn="l" defTabSz="801654" rtl="0" eaLnBrk="1" latinLnBrk="0" hangingPunct="1">
        <a:defRPr sz="1578"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379" userDrawn="1">
          <p15:clr>
            <a:srgbClr val="F26B43"/>
          </p15:clr>
        </p15:guide>
        <p15:guide id="2" pos="336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13" Type="http://schemas.openxmlformats.org/officeDocument/2006/relationships/diagramData" Target="../diagrams/data3.xml"/><Relationship Id="rId18" Type="http://schemas.openxmlformats.org/officeDocument/2006/relationships/diagramData" Target="../diagrams/data4.xml"/><Relationship Id="rId26" Type="http://schemas.openxmlformats.org/officeDocument/2006/relationships/diagramColors" Target="../diagrams/colors5.xml"/><Relationship Id="rId21" Type="http://schemas.openxmlformats.org/officeDocument/2006/relationships/diagramColors" Target="../diagrams/colors4.xml"/><Relationship Id="rId34" Type="http://schemas.openxmlformats.org/officeDocument/2006/relationships/diagramLayout" Target="../diagrams/layout7.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5" Type="http://schemas.openxmlformats.org/officeDocument/2006/relationships/diagramQuickStyle" Target="../diagrams/quickStyle5.xml"/><Relationship Id="rId33" Type="http://schemas.openxmlformats.org/officeDocument/2006/relationships/diagramData" Target="../diagrams/data7.xml"/><Relationship Id="rId2" Type="http://schemas.openxmlformats.org/officeDocument/2006/relationships/notesSlide" Target="../notesSlides/notesSlide4.xml"/><Relationship Id="rId16" Type="http://schemas.openxmlformats.org/officeDocument/2006/relationships/diagramColors" Target="../diagrams/colors3.xml"/><Relationship Id="rId20" Type="http://schemas.openxmlformats.org/officeDocument/2006/relationships/diagramQuickStyle" Target="../diagrams/quickStyle4.xml"/><Relationship Id="rId29" Type="http://schemas.openxmlformats.org/officeDocument/2006/relationships/diagramLayout" Target="../diagrams/layout6.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24" Type="http://schemas.openxmlformats.org/officeDocument/2006/relationships/diagramLayout" Target="../diagrams/layout5.xml"/><Relationship Id="rId32" Type="http://schemas.microsoft.com/office/2007/relationships/diagramDrawing" Target="../diagrams/drawing6.xml"/><Relationship Id="rId37" Type="http://schemas.microsoft.com/office/2007/relationships/diagramDrawing" Target="../diagrams/drawing7.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23" Type="http://schemas.openxmlformats.org/officeDocument/2006/relationships/diagramData" Target="../diagrams/data5.xml"/><Relationship Id="rId28" Type="http://schemas.openxmlformats.org/officeDocument/2006/relationships/diagramData" Target="../diagrams/data6.xml"/><Relationship Id="rId36" Type="http://schemas.openxmlformats.org/officeDocument/2006/relationships/diagramColors" Target="../diagrams/colors7.xml"/><Relationship Id="rId10" Type="http://schemas.openxmlformats.org/officeDocument/2006/relationships/diagramQuickStyle" Target="../diagrams/quickStyle2.xml"/><Relationship Id="rId19" Type="http://schemas.openxmlformats.org/officeDocument/2006/relationships/diagramLayout" Target="../diagrams/layout4.xml"/><Relationship Id="rId31" Type="http://schemas.openxmlformats.org/officeDocument/2006/relationships/diagramColors" Target="../diagrams/colors6.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 Id="rId27" Type="http://schemas.microsoft.com/office/2007/relationships/diagramDrawing" Target="../diagrams/drawing5.xml"/><Relationship Id="rId30" Type="http://schemas.openxmlformats.org/officeDocument/2006/relationships/diagramQuickStyle" Target="../diagrams/quickStyle6.xml"/><Relationship Id="rId35" Type="http://schemas.openxmlformats.org/officeDocument/2006/relationships/diagramQuickStyle" Target="../diagrams/quickStyle7.xml"/><Relationship Id="rId8" Type="http://schemas.openxmlformats.org/officeDocument/2006/relationships/diagramData" Target="../diagrams/data2.xml"/><Relationship Id="rId3"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7825" y="4975864"/>
            <a:ext cx="7452227" cy="1758623"/>
          </a:xfrm>
          <a:prstGeom prst="rect">
            <a:avLst/>
          </a:prstGeom>
          <a:noFill/>
        </p:spPr>
        <p:txBody>
          <a:bodyPr wrap="square" rtlCol="0">
            <a:spAutoFit/>
          </a:bodyPr>
          <a:lstStyle/>
          <a:p>
            <a:r>
              <a:rPr lang="en-US" sz="1578" b="1" dirty="0">
                <a:latin typeface="Arial (Body)"/>
                <a:cs typeface="Arial" panose="020B0604020202020204" pitchFamily="34" charset="0"/>
              </a:rPr>
              <a:t>Organized by:</a:t>
            </a:r>
          </a:p>
          <a:p>
            <a:pPr>
              <a:spcBef>
                <a:spcPts val="526"/>
              </a:spcBef>
            </a:pPr>
            <a:r>
              <a:rPr lang="en-US" sz="2000" b="1" dirty="0">
                <a:solidFill>
                  <a:srgbClr val="002060"/>
                </a:solidFill>
                <a:cs typeface="Arial" panose="020B0604020202020204" pitchFamily="34" charset="0"/>
              </a:rPr>
              <a:t>National Reconstruction Authority(NRA)</a:t>
            </a:r>
          </a:p>
          <a:p>
            <a:pPr>
              <a:spcBef>
                <a:spcPts val="526"/>
              </a:spcBef>
            </a:pPr>
            <a:r>
              <a:rPr lang="en-US" sz="2000" b="1" dirty="0">
                <a:solidFill>
                  <a:srgbClr val="002060"/>
                </a:solidFill>
                <a:cs typeface="Arial" panose="020B0604020202020204" pitchFamily="34" charset="0"/>
              </a:rPr>
              <a:t>MOUD/District Project Implementation Unit (DLPIU)</a:t>
            </a:r>
          </a:p>
          <a:p>
            <a:pPr>
              <a:spcBef>
                <a:spcPts val="526"/>
              </a:spcBef>
            </a:pPr>
            <a:r>
              <a:rPr lang="en-US" sz="2000" b="1" dirty="0">
                <a:solidFill>
                  <a:srgbClr val="002060"/>
                </a:solidFill>
                <a:cs typeface="Arial" panose="020B0604020202020204" pitchFamily="34" charset="0"/>
              </a:rPr>
              <a:t>Housing Recovery and Reconstruction Platform-Nepal (HRRP</a:t>
            </a:r>
            <a:r>
              <a:rPr lang="en-US" sz="2000" dirty="0">
                <a:solidFill>
                  <a:srgbClr val="002060"/>
                </a:solidFill>
                <a:cs typeface="Arial" panose="020B0604020202020204" pitchFamily="34" charset="0"/>
              </a:rPr>
              <a:t>)</a:t>
            </a:r>
          </a:p>
          <a:p>
            <a:endParaRPr lang="en-US" sz="2000" dirty="0">
              <a:latin typeface="Arial (Body)"/>
              <a:cs typeface="Arial" panose="020B0604020202020204" pitchFamily="34" charset="0"/>
            </a:endParaRPr>
          </a:p>
        </p:txBody>
      </p:sp>
      <p:sp>
        <p:nvSpPr>
          <p:cNvPr id="5" name="Titolo 1"/>
          <p:cNvSpPr txBox="1">
            <a:spLocks/>
          </p:cNvSpPr>
          <p:nvPr/>
        </p:nvSpPr>
        <p:spPr>
          <a:xfrm>
            <a:off x="218100" y="1424066"/>
            <a:ext cx="10244304" cy="3656355"/>
          </a:xfrm>
          <a:prstGeom prst="rect">
            <a:avLst/>
          </a:prstGeom>
        </p:spPr>
        <p:txBody>
          <a:bodyPr vert="horz" lIns="80165" tIns="40082" rIns="80165" bIns="40082" rtlCol="0" anchor="b">
            <a:normAutofit/>
          </a:bodyPr>
          <a:lstStyle>
            <a:lvl1pPr algn="l" defTabSz="914400" rtl="0" eaLnBrk="1" latinLnBrk="0" hangingPunct="1">
              <a:lnSpc>
                <a:spcPct val="85000"/>
              </a:lnSpc>
              <a:spcBef>
                <a:spcPct val="0"/>
              </a:spcBef>
              <a:buNone/>
              <a:defRPr sz="4800" b="0" kern="1200" spc="-50" baseline="0">
                <a:solidFill>
                  <a:srgbClr val="0F5AA5"/>
                </a:solidFill>
                <a:latin typeface="Georgia" panose="02040502050405020303" pitchFamily="18" charset="0"/>
                <a:ea typeface="+mj-ea"/>
                <a:cs typeface="Helvetica" panose="020B0604020202020204" pitchFamily="34" charset="0"/>
              </a:defRPr>
            </a:lvl1pPr>
          </a:lstStyle>
          <a:p>
            <a:pPr algn="ctr">
              <a:lnSpc>
                <a:spcPct val="150000"/>
              </a:lnSpc>
            </a:pPr>
            <a:r>
              <a:rPr lang="en-GB" sz="1929" b="1" dirty="0">
                <a:latin typeface="Arial" panose="020B0604020202020204" pitchFamily="34" charset="0"/>
                <a:cs typeface="Arial" panose="020B0604020202020204" pitchFamily="34" charset="0"/>
              </a:rPr>
              <a:t>Housing Recovery and Reconstruction Platform-Nepal (HRRP)</a:t>
            </a:r>
            <a:r>
              <a:rPr lang="en-GB" sz="1753" b="1" dirty="0">
                <a:latin typeface="Arial" panose="020B0604020202020204" pitchFamily="34" charset="0"/>
                <a:cs typeface="Arial" panose="020B0604020202020204" pitchFamily="34" charset="0"/>
              </a:rPr>
              <a:t/>
            </a:r>
            <a:br>
              <a:rPr lang="en-GB" sz="1753" b="1" dirty="0">
                <a:latin typeface="Arial" panose="020B0604020202020204" pitchFamily="34" charset="0"/>
                <a:cs typeface="Arial" panose="020B0604020202020204" pitchFamily="34" charset="0"/>
              </a:rPr>
            </a:br>
            <a:r>
              <a:rPr lang="en-US" sz="2367" b="1" dirty="0">
                <a:solidFill>
                  <a:srgbClr val="000000"/>
                </a:solidFill>
                <a:cs typeface="Arial" panose="020B0604020202020204" pitchFamily="34" charset="0"/>
              </a:rPr>
              <a:t>Orientation Program </a:t>
            </a:r>
            <a:r>
              <a:rPr lang="en-US" sz="2367" dirty="0" smtClean="0">
                <a:solidFill>
                  <a:srgbClr val="000000"/>
                </a:solidFill>
                <a:latin typeface="Arial" panose="020B0604020202020204" pitchFamily="34" charset="0"/>
                <a:cs typeface="Arial" panose="020B0604020202020204" pitchFamily="34" charset="0"/>
              </a:rPr>
              <a:t>for </a:t>
            </a:r>
            <a:r>
              <a:rPr lang="en-US" sz="2367" i="1" dirty="0">
                <a:solidFill>
                  <a:srgbClr val="000000"/>
                </a:solidFill>
                <a:latin typeface="Arial" panose="020B0604020202020204" pitchFamily="34" charset="0"/>
                <a:cs typeface="Arial" panose="020B0604020202020204" pitchFamily="34" charset="0"/>
              </a:rPr>
              <a:t>Partner organizations </a:t>
            </a:r>
            <a:endParaRPr lang="en-US" sz="2367" i="1" dirty="0" smtClean="0">
              <a:solidFill>
                <a:srgbClr val="000000"/>
              </a:solidFill>
              <a:latin typeface="Arial" panose="020B0604020202020204" pitchFamily="34" charset="0"/>
              <a:cs typeface="Arial" panose="020B0604020202020204" pitchFamily="34" charset="0"/>
            </a:endParaRPr>
          </a:p>
          <a:p>
            <a:pPr algn="ctr">
              <a:lnSpc>
                <a:spcPct val="150000"/>
              </a:lnSpc>
            </a:pPr>
            <a:r>
              <a:rPr lang="en-US" sz="2367" dirty="0" smtClean="0">
                <a:solidFill>
                  <a:srgbClr val="000000"/>
                </a:solidFill>
                <a:latin typeface="Arial" panose="020B0604020202020204" pitchFamily="34" charset="0"/>
                <a:cs typeface="Arial" panose="020B0604020202020204" pitchFamily="34" charset="0"/>
              </a:rPr>
              <a:t>on </a:t>
            </a:r>
          </a:p>
          <a:p>
            <a:pPr algn="ctr">
              <a:lnSpc>
                <a:spcPct val="150000"/>
              </a:lnSpc>
            </a:pPr>
            <a:r>
              <a:rPr lang="en-GB" sz="3600" b="1" dirty="0" smtClean="0">
                <a:solidFill>
                  <a:srgbClr val="0000CC"/>
                </a:solidFill>
                <a:latin typeface="Arial" panose="020B0604020202020204" pitchFamily="34" charset="0"/>
                <a:cs typeface="Arial" panose="020B0604020202020204" pitchFamily="34" charset="0"/>
              </a:rPr>
              <a:t>Treatment </a:t>
            </a:r>
            <a:r>
              <a:rPr lang="en-GB" sz="3600" b="1" dirty="0">
                <a:solidFill>
                  <a:srgbClr val="0000CC"/>
                </a:solidFill>
                <a:latin typeface="Arial" panose="020B0604020202020204" pitchFamily="34" charset="0"/>
                <a:cs typeface="Arial" panose="020B0604020202020204" pitchFamily="34" charset="0"/>
              </a:rPr>
              <a:t>Process: </a:t>
            </a:r>
            <a:r>
              <a:rPr lang="en-GB" sz="3600" b="1" dirty="0" smtClean="0">
                <a:solidFill>
                  <a:srgbClr val="0000CC"/>
                </a:solidFill>
                <a:latin typeface="Arial" panose="020B0604020202020204" pitchFamily="34" charset="0"/>
                <a:cs typeface="Arial" panose="020B0604020202020204" pitchFamily="34" charset="0"/>
              </a:rPr>
              <a:t>Timber </a:t>
            </a:r>
            <a:r>
              <a:rPr lang="en-GB" sz="3600" b="1" dirty="0">
                <a:solidFill>
                  <a:srgbClr val="0000CC"/>
                </a:solidFill>
                <a:latin typeface="Arial" panose="020B0604020202020204" pitchFamily="34" charset="0"/>
                <a:cs typeface="Arial" panose="020B0604020202020204" pitchFamily="34" charset="0"/>
              </a:rPr>
              <a:t>&amp; Bamboo</a:t>
            </a:r>
            <a:r>
              <a:rPr lang="en-US" sz="2016" b="1" dirty="0">
                <a:solidFill>
                  <a:srgbClr val="0000CC"/>
                </a:solidFill>
                <a:latin typeface="Arial" panose="020B0604020202020204" pitchFamily="34" charset="0"/>
                <a:cs typeface="Arial" panose="020B0604020202020204" pitchFamily="34" charset="0"/>
              </a:rPr>
              <a:t/>
            </a:r>
            <a:br>
              <a:rPr lang="en-US" sz="2016" b="1" dirty="0">
                <a:solidFill>
                  <a:srgbClr val="0000CC"/>
                </a:solidFill>
                <a:latin typeface="Arial" panose="020B0604020202020204" pitchFamily="34" charset="0"/>
                <a:cs typeface="Arial" panose="020B0604020202020204" pitchFamily="34" charset="0"/>
              </a:rPr>
            </a:br>
            <a:endParaRPr lang="en-GB" sz="2630" b="1" dirty="0">
              <a:solidFill>
                <a:srgbClr val="0000CC"/>
              </a:solidFill>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06486" y="252366"/>
            <a:ext cx="1074208" cy="983355"/>
          </a:xfrm>
          <a:prstGeom prst="rect">
            <a:avLst/>
          </a:prstGeom>
        </p:spPr>
      </p:pic>
      <p:sp>
        <p:nvSpPr>
          <p:cNvPr id="2" name="Slide Number Placeholder 1"/>
          <p:cNvSpPr>
            <a:spLocks noGrp="1"/>
          </p:cNvSpPr>
          <p:nvPr>
            <p:ph type="sldNum" sz="quarter" idx="12"/>
          </p:nvPr>
        </p:nvSpPr>
        <p:spPr/>
        <p:txBody>
          <a:bodyPr/>
          <a:lstStyle/>
          <a:p>
            <a:fld id="{4DED8F11-E02F-4D3E-85B4-F4AEDD07F0EA}" type="slidenum">
              <a:rPr lang="en-US" smtClean="0"/>
              <a:t>1</a:t>
            </a:fld>
            <a:endParaRPr lang="en-US" dirty="0"/>
          </a:p>
        </p:txBody>
      </p:sp>
    </p:spTree>
    <p:extLst>
      <p:ext uri="{BB962C8B-B14F-4D97-AF65-F5344CB8AC3E}">
        <p14:creationId xmlns:p14="http://schemas.microsoft.com/office/powerpoint/2010/main" val="7694329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31" y="164891"/>
            <a:ext cx="10624907" cy="512469"/>
          </a:xfrm>
        </p:spPr>
        <p:txBody>
          <a:bodyPr>
            <a:normAutofit fontScale="90000"/>
          </a:bodyPr>
          <a:lstStyle/>
          <a:p>
            <a:pPr algn="ctr"/>
            <a:r>
              <a:rPr lang="en-GB" sz="3500" dirty="0" smtClean="0">
                <a:solidFill>
                  <a:schemeClr val="tx1"/>
                </a:solidFill>
                <a:latin typeface="Arial Black" panose="020B0A04020102020204" pitchFamily="34" charset="0"/>
              </a:rPr>
              <a:t>Lists of Hard wood &amp; Soft Wood</a:t>
            </a:r>
            <a:endParaRPr lang="en-GB" sz="3500" dirty="0">
              <a:solidFill>
                <a:schemeClr val="tx1"/>
              </a:solidFill>
              <a:latin typeface="Arial Black" panose="020B0A04020102020204" pitchFamily="34" charset="0"/>
            </a:endParaRPr>
          </a:p>
        </p:txBody>
      </p:sp>
      <p:graphicFrame>
        <p:nvGraphicFramePr>
          <p:cNvPr id="5" name="Content Placeholder 4"/>
          <p:cNvGraphicFramePr>
            <a:graphicFrameLocks noGrp="1"/>
          </p:cNvGraphicFramePr>
          <p:nvPr>
            <p:ph idx="1"/>
            <p:extLst/>
          </p:nvPr>
        </p:nvGraphicFramePr>
        <p:xfrm>
          <a:off x="166777" y="1720095"/>
          <a:ext cx="5643997" cy="5183556"/>
        </p:xfrm>
        <a:graphic>
          <a:graphicData uri="http://schemas.openxmlformats.org/drawingml/2006/table">
            <a:tbl>
              <a:tblPr firstRow="1" bandRow="1">
                <a:tableStyleId>{616DA210-FB5B-4158-B5E0-FEB733F419BA}</a:tableStyleId>
              </a:tblPr>
              <a:tblGrid>
                <a:gridCol w="2916106"/>
                <a:gridCol w="2727891"/>
              </a:tblGrid>
              <a:tr h="370254">
                <a:tc>
                  <a:txBody>
                    <a:bodyPr/>
                    <a:lstStyle/>
                    <a:p>
                      <a:pPr algn="ctr"/>
                      <a:r>
                        <a:rPr lang="en-GB" sz="1800" dirty="0" smtClean="0"/>
                        <a:t>HARD Wood</a:t>
                      </a:r>
                      <a:endParaRPr lang="en-GB" sz="1800" dirty="0"/>
                    </a:p>
                  </a:txBody>
                  <a:tcPr marL="66804" marR="66804" marT="33402" marB="33402"/>
                </a:tc>
                <a:tc>
                  <a:txBody>
                    <a:bodyPr/>
                    <a:lstStyle/>
                    <a:p>
                      <a:pPr algn="ctr"/>
                      <a:r>
                        <a:rPr lang="en-GB" sz="1800" dirty="0" smtClean="0"/>
                        <a:t>SOFT WOOD</a:t>
                      </a:r>
                      <a:endParaRPr lang="en-GB" sz="1800" dirty="0"/>
                    </a:p>
                  </a:txBody>
                  <a:tcPr marL="66804" marR="66804" marT="33402" marB="33402"/>
                </a:tc>
              </a:tr>
              <a:tr h="370254">
                <a:tc>
                  <a:txBody>
                    <a:bodyPr/>
                    <a:lstStyle/>
                    <a:p>
                      <a:pPr algn="ctr"/>
                      <a:r>
                        <a:rPr lang="en-GB" sz="1800" dirty="0" smtClean="0"/>
                        <a:t>Babul</a:t>
                      </a:r>
                      <a:endParaRPr lang="en-GB" sz="1800" dirty="0"/>
                    </a:p>
                  </a:txBody>
                  <a:tcPr marL="66804" marR="66804" marT="33402" marB="33402"/>
                </a:tc>
                <a:tc>
                  <a:txBody>
                    <a:bodyPr/>
                    <a:lstStyle/>
                    <a:p>
                      <a:pPr algn="ctr"/>
                      <a:r>
                        <a:rPr lang="en-GB" sz="1800" dirty="0" err="1" smtClean="0"/>
                        <a:t>Chir</a:t>
                      </a:r>
                      <a:r>
                        <a:rPr lang="en-GB" sz="1800" dirty="0" smtClean="0"/>
                        <a:t> </a:t>
                      </a:r>
                      <a:endParaRPr lang="en-GB" sz="1800" dirty="0"/>
                    </a:p>
                  </a:txBody>
                  <a:tcPr marL="66804" marR="66804" marT="33402" marB="33402"/>
                </a:tc>
              </a:tr>
              <a:tr h="370254">
                <a:tc>
                  <a:txBody>
                    <a:bodyPr/>
                    <a:lstStyle/>
                    <a:p>
                      <a:pPr algn="ctr"/>
                      <a:r>
                        <a:rPr lang="en-GB" sz="1800" dirty="0" smtClean="0"/>
                        <a:t>Black </a:t>
                      </a:r>
                      <a:r>
                        <a:rPr lang="en-GB" sz="1800" dirty="0" err="1" smtClean="0"/>
                        <a:t>Siris</a:t>
                      </a:r>
                      <a:r>
                        <a:rPr lang="en-GB" sz="1800" dirty="0" smtClean="0"/>
                        <a:t> </a:t>
                      </a:r>
                      <a:endParaRPr lang="en-GB" sz="1800" dirty="0"/>
                    </a:p>
                  </a:txBody>
                  <a:tcPr marL="66804" marR="66804" marT="33402" marB="33402"/>
                </a:tc>
                <a:tc>
                  <a:txBody>
                    <a:bodyPr/>
                    <a:lstStyle/>
                    <a:p>
                      <a:pPr algn="ctr"/>
                      <a:r>
                        <a:rPr lang="en-GB" sz="1800" dirty="0" smtClean="0"/>
                        <a:t>Deodar </a:t>
                      </a:r>
                      <a:endParaRPr lang="en-GB" sz="1800" dirty="0"/>
                    </a:p>
                  </a:txBody>
                  <a:tcPr marL="66804" marR="66804" marT="33402" marB="33402"/>
                </a:tc>
              </a:tr>
              <a:tr h="370254">
                <a:tc>
                  <a:txBody>
                    <a:bodyPr/>
                    <a:lstStyle/>
                    <a:p>
                      <a:pPr algn="ctr"/>
                      <a:r>
                        <a:rPr lang="en-GB" sz="1800" dirty="0" err="1" smtClean="0"/>
                        <a:t>Dhaman</a:t>
                      </a:r>
                      <a:endParaRPr lang="en-GB" sz="1800" dirty="0"/>
                    </a:p>
                  </a:txBody>
                  <a:tcPr marL="66804" marR="66804" marT="33402" marB="33402"/>
                </a:tc>
                <a:tc>
                  <a:txBody>
                    <a:bodyPr/>
                    <a:lstStyle/>
                    <a:p>
                      <a:pPr algn="ctr"/>
                      <a:r>
                        <a:rPr lang="en-GB" sz="1800" dirty="0" smtClean="0"/>
                        <a:t>Jack</a:t>
                      </a:r>
                      <a:endParaRPr lang="en-GB" sz="1800" dirty="0"/>
                    </a:p>
                  </a:txBody>
                  <a:tcPr marL="66804" marR="66804" marT="33402" marB="33402"/>
                </a:tc>
              </a:tr>
              <a:tr h="370254">
                <a:tc>
                  <a:txBody>
                    <a:bodyPr/>
                    <a:lstStyle/>
                    <a:p>
                      <a:pPr algn="ctr"/>
                      <a:r>
                        <a:rPr lang="en-GB" sz="1800" dirty="0" smtClean="0"/>
                        <a:t>Indian Rose Wood(</a:t>
                      </a:r>
                      <a:r>
                        <a:rPr lang="en-GB" sz="1800" dirty="0" err="1" smtClean="0"/>
                        <a:t>Shisam</a:t>
                      </a:r>
                      <a:r>
                        <a:rPr lang="en-GB" sz="1800" dirty="0" smtClean="0"/>
                        <a:t>)</a:t>
                      </a:r>
                      <a:endParaRPr lang="en-GB" sz="1800" dirty="0"/>
                    </a:p>
                  </a:txBody>
                  <a:tcPr marL="66804" marR="66804" marT="33402" marB="33402"/>
                </a:tc>
                <a:tc>
                  <a:txBody>
                    <a:bodyPr/>
                    <a:lstStyle/>
                    <a:p>
                      <a:pPr algn="ctr"/>
                      <a:r>
                        <a:rPr lang="en-GB" sz="1800" dirty="0" smtClean="0"/>
                        <a:t>Mango </a:t>
                      </a:r>
                      <a:endParaRPr lang="en-GB" sz="1800" dirty="0"/>
                    </a:p>
                  </a:txBody>
                  <a:tcPr marL="66804" marR="66804" marT="33402" marB="33402"/>
                </a:tc>
              </a:tr>
              <a:tr h="370254">
                <a:tc>
                  <a:txBody>
                    <a:bodyPr/>
                    <a:lstStyle/>
                    <a:p>
                      <a:pPr algn="ctr"/>
                      <a:r>
                        <a:rPr lang="en-GB" sz="1800" dirty="0" err="1" smtClean="0"/>
                        <a:t>Jaman</a:t>
                      </a:r>
                      <a:endParaRPr lang="en-GB" sz="1800" dirty="0"/>
                    </a:p>
                  </a:txBody>
                  <a:tcPr marL="66804" marR="66804" marT="33402" marB="33402"/>
                </a:tc>
                <a:tc>
                  <a:txBody>
                    <a:bodyPr/>
                    <a:lstStyle/>
                    <a:p>
                      <a:pPr algn="ctr"/>
                      <a:r>
                        <a:rPr lang="en-GB" sz="1800" dirty="0" err="1" smtClean="0"/>
                        <a:t>Gobre</a:t>
                      </a:r>
                      <a:r>
                        <a:rPr lang="en-GB" sz="1800" dirty="0" smtClean="0"/>
                        <a:t> </a:t>
                      </a:r>
                      <a:r>
                        <a:rPr lang="en-GB" sz="1800" dirty="0" err="1" smtClean="0"/>
                        <a:t>Salla</a:t>
                      </a:r>
                      <a:r>
                        <a:rPr lang="en-GB" sz="1800" dirty="0" smtClean="0"/>
                        <a:t> </a:t>
                      </a:r>
                      <a:endParaRPr lang="en-GB" sz="1800" dirty="0"/>
                    </a:p>
                  </a:txBody>
                  <a:tcPr marL="66804" marR="66804" marT="33402" marB="33402"/>
                </a:tc>
              </a:tr>
              <a:tr h="370254">
                <a:tc>
                  <a:txBody>
                    <a:bodyPr/>
                    <a:lstStyle/>
                    <a:p>
                      <a:pPr algn="ctr"/>
                      <a:r>
                        <a:rPr lang="en-GB" sz="1800" dirty="0" err="1" smtClean="0"/>
                        <a:t>Mesua</a:t>
                      </a:r>
                      <a:endParaRPr lang="en-GB" sz="1800" dirty="0"/>
                    </a:p>
                  </a:txBody>
                  <a:tcPr marL="66804" marR="66804" marT="33402" marB="33402"/>
                </a:tc>
                <a:tc>
                  <a:txBody>
                    <a:bodyPr/>
                    <a:lstStyle/>
                    <a:p>
                      <a:pPr algn="ctr"/>
                      <a:r>
                        <a:rPr lang="en-GB" sz="1800" dirty="0" err="1" smtClean="0"/>
                        <a:t>Simal</a:t>
                      </a:r>
                      <a:r>
                        <a:rPr lang="en-GB" sz="1800" dirty="0" smtClean="0"/>
                        <a:t> </a:t>
                      </a:r>
                      <a:endParaRPr lang="en-GB" sz="1800" dirty="0"/>
                    </a:p>
                  </a:txBody>
                  <a:tcPr marL="66804" marR="66804" marT="33402" marB="33402"/>
                </a:tc>
              </a:tr>
              <a:tr h="370254">
                <a:tc>
                  <a:txBody>
                    <a:bodyPr/>
                    <a:lstStyle/>
                    <a:p>
                      <a:pPr algn="ctr"/>
                      <a:r>
                        <a:rPr lang="en-GB" sz="1800" dirty="0" smtClean="0"/>
                        <a:t>Oak</a:t>
                      </a:r>
                      <a:endParaRPr lang="en-GB" sz="1800" dirty="0"/>
                    </a:p>
                  </a:txBody>
                  <a:tcPr marL="66804" marR="66804" marT="33402" marB="33402"/>
                </a:tc>
                <a:tc>
                  <a:txBody>
                    <a:bodyPr/>
                    <a:lstStyle/>
                    <a:p>
                      <a:pPr algn="ctr"/>
                      <a:r>
                        <a:rPr lang="en-GB" sz="1800" dirty="0" err="1" smtClean="0"/>
                        <a:t>Uttis</a:t>
                      </a:r>
                      <a:r>
                        <a:rPr lang="en-GB" sz="1800" dirty="0" smtClean="0"/>
                        <a:t> (Red)</a:t>
                      </a:r>
                      <a:endParaRPr lang="en-GB" sz="1800" dirty="0"/>
                    </a:p>
                  </a:txBody>
                  <a:tcPr marL="66804" marR="66804" marT="33402" marB="33402"/>
                </a:tc>
              </a:tr>
              <a:tr h="370254">
                <a:tc>
                  <a:txBody>
                    <a:bodyPr/>
                    <a:lstStyle/>
                    <a:p>
                      <a:pPr algn="ctr"/>
                      <a:r>
                        <a:rPr lang="en-GB" sz="1800" dirty="0" err="1" smtClean="0"/>
                        <a:t>Sain</a:t>
                      </a:r>
                      <a:endParaRPr lang="en-GB" sz="1800" dirty="0"/>
                    </a:p>
                  </a:txBody>
                  <a:tcPr marL="66804" marR="66804" marT="33402" marB="33402"/>
                </a:tc>
                <a:tc>
                  <a:txBody>
                    <a:bodyPr/>
                    <a:lstStyle/>
                    <a:p>
                      <a:pPr algn="ctr"/>
                      <a:r>
                        <a:rPr lang="en-GB" sz="1800" dirty="0" err="1" smtClean="0"/>
                        <a:t>Uttis</a:t>
                      </a:r>
                      <a:r>
                        <a:rPr lang="en-GB" sz="1800" dirty="0" smtClean="0"/>
                        <a:t> (White) </a:t>
                      </a:r>
                      <a:endParaRPr lang="en-GB" sz="1800" dirty="0"/>
                    </a:p>
                  </a:txBody>
                  <a:tcPr marL="66804" marR="66804" marT="33402" marB="33402"/>
                </a:tc>
              </a:tr>
              <a:tr h="370254">
                <a:tc>
                  <a:txBody>
                    <a:bodyPr/>
                    <a:lstStyle/>
                    <a:p>
                      <a:pPr algn="ctr"/>
                      <a:r>
                        <a:rPr lang="en-GB" sz="1800" dirty="0" smtClean="0"/>
                        <a:t>Sal</a:t>
                      </a:r>
                      <a:endParaRPr lang="en-GB" sz="1800" dirty="0"/>
                    </a:p>
                  </a:txBody>
                  <a:tcPr marL="66804" marR="66804" marT="33402" marB="33402"/>
                </a:tc>
                <a:tc>
                  <a:txBody>
                    <a:bodyPr/>
                    <a:lstStyle/>
                    <a:p>
                      <a:pPr algn="ctr"/>
                      <a:endParaRPr lang="en-GB" sz="1800" dirty="0"/>
                    </a:p>
                  </a:txBody>
                  <a:tcPr marL="66804" marR="66804" marT="33402" marB="33402"/>
                </a:tc>
              </a:tr>
              <a:tr h="370254">
                <a:tc>
                  <a:txBody>
                    <a:bodyPr/>
                    <a:lstStyle/>
                    <a:p>
                      <a:pPr algn="ctr"/>
                      <a:r>
                        <a:rPr lang="en-GB" sz="1800" dirty="0" err="1" smtClean="0"/>
                        <a:t>Sandan</a:t>
                      </a:r>
                      <a:endParaRPr lang="en-GB" sz="1800" dirty="0"/>
                    </a:p>
                  </a:txBody>
                  <a:tcPr marL="66804" marR="66804" marT="33402" marB="33402"/>
                </a:tc>
                <a:tc>
                  <a:txBody>
                    <a:bodyPr/>
                    <a:lstStyle/>
                    <a:p>
                      <a:pPr algn="ctr"/>
                      <a:endParaRPr lang="en-GB" sz="1800" dirty="0"/>
                    </a:p>
                  </a:txBody>
                  <a:tcPr marL="66804" marR="66804" marT="33402" marB="33402"/>
                </a:tc>
              </a:tr>
              <a:tr h="370254">
                <a:tc>
                  <a:txBody>
                    <a:bodyPr/>
                    <a:lstStyle/>
                    <a:p>
                      <a:pPr algn="ctr"/>
                      <a:r>
                        <a:rPr lang="en-GB" sz="1800" dirty="0" err="1" smtClean="0"/>
                        <a:t>Sisso</a:t>
                      </a:r>
                      <a:endParaRPr lang="en-GB" sz="1800" dirty="0"/>
                    </a:p>
                  </a:txBody>
                  <a:tcPr marL="66804" marR="66804" marT="33402" marB="33402"/>
                </a:tc>
                <a:tc>
                  <a:txBody>
                    <a:bodyPr/>
                    <a:lstStyle/>
                    <a:p>
                      <a:pPr algn="ctr"/>
                      <a:endParaRPr lang="en-GB" sz="1800" dirty="0"/>
                    </a:p>
                  </a:txBody>
                  <a:tcPr marL="66804" marR="66804" marT="33402" marB="33402"/>
                </a:tc>
              </a:tr>
              <a:tr h="370254">
                <a:tc>
                  <a:txBody>
                    <a:bodyPr/>
                    <a:lstStyle/>
                    <a:p>
                      <a:pPr algn="ctr"/>
                      <a:r>
                        <a:rPr lang="en-GB" sz="1800" dirty="0" smtClean="0"/>
                        <a:t>Teak</a:t>
                      </a:r>
                      <a:endParaRPr lang="en-GB" sz="1800" dirty="0"/>
                    </a:p>
                  </a:txBody>
                  <a:tcPr marL="66804" marR="66804" marT="33402" marB="33402"/>
                </a:tc>
                <a:tc>
                  <a:txBody>
                    <a:bodyPr/>
                    <a:lstStyle/>
                    <a:p>
                      <a:pPr algn="ctr"/>
                      <a:endParaRPr lang="en-GB" sz="1800" dirty="0"/>
                    </a:p>
                  </a:txBody>
                  <a:tcPr marL="66804" marR="66804" marT="33402" marB="33402"/>
                </a:tc>
              </a:tr>
              <a:tr h="370254">
                <a:tc>
                  <a:txBody>
                    <a:bodyPr/>
                    <a:lstStyle/>
                    <a:p>
                      <a:pPr algn="ctr"/>
                      <a:r>
                        <a:rPr lang="en-GB" sz="1800" dirty="0" err="1" smtClean="0"/>
                        <a:t>Khair</a:t>
                      </a:r>
                      <a:endParaRPr lang="en-GB" sz="1800" dirty="0"/>
                    </a:p>
                  </a:txBody>
                  <a:tcPr marL="66804" marR="66804" marT="33402" marB="33402"/>
                </a:tc>
                <a:tc>
                  <a:txBody>
                    <a:bodyPr/>
                    <a:lstStyle/>
                    <a:p>
                      <a:pPr algn="ctr"/>
                      <a:endParaRPr lang="en-GB" sz="1800" dirty="0"/>
                    </a:p>
                  </a:txBody>
                  <a:tcPr marL="66804" marR="66804" marT="33402" marB="33402"/>
                </a:tc>
              </a:tr>
            </a:tbl>
          </a:graphicData>
        </a:graphic>
      </p:graphicFrame>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8885"/>
          <a:stretch/>
        </p:blipFill>
        <p:spPr>
          <a:xfrm>
            <a:off x="5927079" y="1720095"/>
            <a:ext cx="3857429" cy="5183557"/>
          </a:xfrm>
          <a:prstGeom prst="rect">
            <a:avLst/>
          </a:prstGeom>
        </p:spPr>
      </p:pic>
      <p:sp>
        <p:nvSpPr>
          <p:cNvPr id="7" name="TextBox 6"/>
          <p:cNvSpPr txBox="1"/>
          <p:nvPr/>
        </p:nvSpPr>
        <p:spPr>
          <a:xfrm>
            <a:off x="7747626" y="1720095"/>
            <a:ext cx="2036882" cy="811889"/>
          </a:xfrm>
          <a:prstGeom prst="rect">
            <a:avLst/>
          </a:prstGeom>
          <a:solidFill>
            <a:schemeClr val="bg2">
              <a:lumMod val="90000"/>
            </a:schemeClr>
          </a:solidFill>
        </p:spPr>
        <p:txBody>
          <a:bodyPr wrap="square" rtlCol="0">
            <a:spAutoFit/>
          </a:bodyPr>
          <a:lstStyle/>
          <a:p>
            <a:pPr algn="ctr"/>
            <a:r>
              <a:rPr lang="en-US" sz="2630" dirty="0" err="1">
                <a:solidFill>
                  <a:srgbClr val="FF0000"/>
                </a:solidFill>
                <a:latin typeface="Times New Roman" panose="02020603050405020304" pitchFamily="18" charset="0"/>
                <a:cs typeface="Times New Roman" panose="02020603050405020304" pitchFamily="18" charset="0"/>
              </a:rPr>
              <a:t>Gobre</a:t>
            </a:r>
            <a:r>
              <a:rPr lang="en-US" sz="2630" dirty="0">
                <a:solidFill>
                  <a:srgbClr val="FF0000"/>
                </a:solidFill>
                <a:latin typeface="Times New Roman" panose="02020603050405020304" pitchFamily="18" charset="0"/>
                <a:cs typeface="Times New Roman" panose="02020603050405020304" pitchFamily="18" charset="0"/>
              </a:rPr>
              <a:t> </a:t>
            </a:r>
            <a:r>
              <a:rPr lang="en-US" sz="2630" dirty="0" err="1">
                <a:solidFill>
                  <a:srgbClr val="FF0000"/>
                </a:solidFill>
                <a:latin typeface="Times New Roman" panose="02020603050405020304" pitchFamily="18" charset="0"/>
                <a:cs typeface="Times New Roman" panose="02020603050405020304" pitchFamily="18" charset="0"/>
              </a:rPr>
              <a:t>Salla</a:t>
            </a:r>
            <a:endParaRPr lang="en-US" sz="2630" dirty="0">
              <a:solidFill>
                <a:srgbClr val="FF0000"/>
              </a:solidFill>
              <a:latin typeface="Times New Roman" panose="02020603050405020304" pitchFamily="18" charset="0"/>
              <a:cs typeface="Times New Roman" panose="02020603050405020304" pitchFamily="18" charset="0"/>
            </a:endParaRPr>
          </a:p>
          <a:p>
            <a:pPr algn="ctr"/>
            <a:r>
              <a:rPr lang="en-US" sz="2046" dirty="0">
                <a:solidFill>
                  <a:schemeClr val="tx2"/>
                </a:solidFill>
                <a:latin typeface="Times New Roman" panose="02020603050405020304" pitchFamily="18" charset="0"/>
                <a:cs typeface="Times New Roman" panose="02020603050405020304" pitchFamily="18" charset="0"/>
              </a:rPr>
              <a:t>(Very soft )</a:t>
            </a:r>
          </a:p>
        </p:txBody>
      </p:sp>
      <p:sp>
        <p:nvSpPr>
          <p:cNvPr id="6" name="Slide Number Placeholder 5"/>
          <p:cNvSpPr>
            <a:spLocks noGrp="1"/>
          </p:cNvSpPr>
          <p:nvPr>
            <p:ph type="sldNum" sz="quarter" idx="12"/>
          </p:nvPr>
        </p:nvSpPr>
        <p:spPr/>
        <p:txBody>
          <a:bodyPr/>
          <a:lstStyle/>
          <a:p>
            <a:fld id="{4DED8F11-E02F-4D3E-85B4-F4AEDD07F0EA}" type="slidenum">
              <a:rPr lang="en-US" smtClean="0"/>
              <a:t>2</a:t>
            </a:fld>
            <a:endParaRPr lang="en-US"/>
          </a:p>
        </p:txBody>
      </p:sp>
    </p:spTree>
    <p:extLst>
      <p:ext uri="{BB962C8B-B14F-4D97-AF65-F5344CB8AC3E}">
        <p14:creationId xmlns:p14="http://schemas.microsoft.com/office/powerpoint/2010/main" val="22583547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688638" cy="571887"/>
          </a:xfrm>
        </p:spPr>
        <p:txBody>
          <a:bodyPr>
            <a:normAutofit/>
          </a:bodyPr>
          <a:lstStyle/>
          <a:p>
            <a:pPr algn="ctr"/>
            <a:r>
              <a:rPr lang="en-IE" sz="3500" dirty="0">
                <a:solidFill>
                  <a:schemeClr val="tx1"/>
                </a:solidFill>
                <a:latin typeface="Arial Black" panose="020B0A04020102020204" pitchFamily="34" charset="0"/>
              </a:rPr>
              <a:t>Timber Treatment</a:t>
            </a:r>
          </a:p>
        </p:txBody>
      </p:sp>
      <p:sp>
        <p:nvSpPr>
          <p:cNvPr id="3" name="Content Placeholder 2"/>
          <p:cNvSpPr>
            <a:spLocks noGrp="1"/>
          </p:cNvSpPr>
          <p:nvPr>
            <p:ph idx="1"/>
          </p:nvPr>
        </p:nvSpPr>
        <p:spPr>
          <a:xfrm>
            <a:off x="284813" y="1762300"/>
            <a:ext cx="10136612" cy="5031936"/>
          </a:xfrm>
        </p:spPr>
        <p:txBody>
          <a:bodyPr>
            <a:normAutofit/>
          </a:bodyPr>
          <a:lstStyle/>
          <a:p>
            <a:pPr marL="83494" indent="0" algn="just">
              <a:buNone/>
            </a:pPr>
            <a:endParaRPr lang="en-US" sz="3507" dirty="0"/>
          </a:p>
          <a:p>
            <a:pPr marL="83494" indent="0" algn="just">
              <a:buNone/>
            </a:pPr>
            <a:r>
              <a:rPr lang="en-US" sz="3300" dirty="0" smtClean="0">
                <a:solidFill>
                  <a:srgbClr val="0000CC"/>
                </a:solidFill>
                <a:latin typeface="Arial" panose="020B0604020202020204" pitchFamily="34" charset="0"/>
                <a:cs typeface="Arial" panose="020B0604020202020204" pitchFamily="34" charset="0"/>
              </a:rPr>
              <a:t>All measures </a:t>
            </a:r>
            <a:r>
              <a:rPr lang="en-US" sz="3300" dirty="0">
                <a:solidFill>
                  <a:srgbClr val="0000CC"/>
                </a:solidFill>
                <a:latin typeface="Arial" panose="020B0604020202020204" pitchFamily="34" charset="0"/>
                <a:cs typeface="Arial" panose="020B0604020202020204" pitchFamily="34" charset="0"/>
              </a:rPr>
              <a:t>that are taken to ensure a long life of wood </a:t>
            </a:r>
            <a:endParaRPr lang="en-IE" sz="3300" dirty="0">
              <a:solidFill>
                <a:srgbClr val="0000CC"/>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4DED8F11-E02F-4D3E-85B4-F4AEDD07F0EA}" type="slidenum">
              <a:rPr lang="en-US" smtClean="0"/>
              <a:t>3</a:t>
            </a:fld>
            <a:endParaRPr lang="en-US"/>
          </a:p>
        </p:txBody>
      </p:sp>
    </p:spTree>
    <p:extLst>
      <p:ext uri="{BB962C8B-B14F-4D97-AF65-F5344CB8AC3E}">
        <p14:creationId xmlns:p14="http://schemas.microsoft.com/office/powerpoint/2010/main" val="24024172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1186"/>
            <a:ext cx="10583056" cy="713749"/>
          </a:xfrm>
        </p:spPr>
        <p:txBody>
          <a:bodyPr>
            <a:normAutofit/>
          </a:bodyPr>
          <a:lstStyle/>
          <a:p>
            <a:pPr algn="ctr"/>
            <a:r>
              <a:rPr lang="en-US" sz="3200" dirty="0">
                <a:solidFill>
                  <a:schemeClr val="tx1"/>
                </a:solidFill>
                <a:latin typeface="Arial Black" panose="020B0A04020102020204" pitchFamily="34" charset="0"/>
              </a:rPr>
              <a:t>Treatment Process</a:t>
            </a:r>
          </a:p>
        </p:txBody>
      </p:sp>
      <p:sp>
        <p:nvSpPr>
          <p:cNvPr id="3" name="Content Placeholder 2"/>
          <p:cNvSpPr>
            <a:spLocks noGrp="1"/>
          </p:cNvSpPr>
          <p:nvPr>
            <p:ph idx="1"/>
          </p:nvPr>
        </p:nvSpPr>
        <p:spPr>
          <a:xfrm>
            <a:off x="780082" y="1293395"/>
            <a:ext cx="9022891" cy="5710509"/>
          </a:xfrm>
        </p:spPr>
        <p:txBody>
          <a:bodyPr>
            <a:normAutofit/>
          </a:bodyPr>
          <a:lstStyle/>
          <a:p>
            <a:pPr>
              <a:buClr>
                <a:srgbClr val="C00000"/>
              </a:buClr>
              <a:buSzPct val="110000"/>
              <a:buFont typeface="Wingdings" panose="05000000000000000000" pitchFamily="2" charset="2"/>
              <a:buChar char="§"/>
            </a:pPr>
            <a:r>
              <a:rPr lang="en-US" sz="2849" dirty="0">
                <a:solidFill>
                  <a:srgbClr val="0070C0"/>
                </a:solidFill>
              </a:rPr>
              <a:t> </a:t>
            </a:r>
            <a:r>
              <a:rPr lang="en-US" sz="2600" dirty="0">
                <a:solidFill>
                  <a:srgbClr val="0000CC"/>
                </a:solidFill>
                <a:latin typeface="Arial" panose="020B0604020202020204" pitchFamily="34" charset="0"/>
                <a:cs typeface="Arial" panose="020B0604020202020204" pitchFamily="34" charset="0"/>
              </a:rPr>
              <a:t>Let the wood dry for  3-4 month, in </a:t>
            </a:r>
            <a:r>
              <a:rPr lang="en-US" sz="2600" dirty="0" smtClean="0">
                <a:solidFill>
                  <a:srgbClr val="0000CC"/>
                </a:solidFill>
                <a:latin typeface="Arial" panose="020B0604020202020204" pitchFamily="34" charset="0"/>
                <a:cs typeface="Arial" panose="020B0604020202020204" pitchFamily="34" charset="0"/>
              </a:rPr>
              <a:t>shed</a:t>
            </a:r>
            <a:endParaRPr lang="en-US" sz="2600" dirty="0">
              <a:solidFill>
                <a:srgbClr val="0000CC"/>
              </a:solidFill>
              <a:latin typeface="Arial" panose="020B0604020202020204" pitchFamily="34" charset="0"/>
              <a:cs typeface="Arial" panose="020B0604020202020204" pitchFamily="34" charset="0"/>
            </a:endParaRPr>
          </a:p>
          <a:p>
            <a:pPr>
              <a:buClr>
                <a:srgbClr val="C00000"/>
              </a:buClr>
              <a:buSzPct val="113000"/>
              <a:buFont typeface="Wingdings" panose="05000000000000000000" pitchFamily="2" charset="2"/>
              <a:buChar char="§"/>
            </a:pPr>
            <a:r>
              <a:rPr lang="en-US" sz="2600" dirty="0">
                <a:latin typeface="Arial" panose="020B0604020202020204" pitchFamily="34" charset="0"/>
                <a:cs typeface="Arial" panose="020B0604020202020204" pitchFamily="34" charset="0"/>
              </a:rPr>
              <a:t> After that, Varnish Anti-termites</a:t>
            </a:r>
            <a:r>
              <a:rPr lang="en-US" sz="2600" kern="0" dirty="0">
                <a:latin typeface="Arial" panose="020B0604020202020204" pitchFamily="34" charset="0"/>
                <a:cs typeface="Arial" panose="020B0604020202020204" pitchFamily="34" charset="0"/>
              </a:rPr>
              <a:t>(</a:t>
            </a:r>
            <a:r>
              <a:rPr lang="en-US" altLang="en-US" sz="2600" kern="0" dirty="0">
                <a:latin typeface="Arial" panose="020B0604020202020204" pitchFamily="34" charset="0"/>
                <a:cs typeface="Arial" panose="020B0604020202020204" pitchFamily="34" charset="0"/>
              </a:rPr>
              <a:t>Terminator, Borax etc.)</a:t>
            </a:r>
            <a:r>
              <a:rPr lang="en-US" sz="2600" dirty="0">
                <a:latin typeface="Arial" panose="020B0604020202020204" pitchFamily="34" charset="0"/>
                <a:cs typeface="Arial" panose="020B0604020202020204" pitchFamily="34" charset="0"/>
              </a:rPr>
              <a:t> chemical on the </a:t>
            </a:r>
            <a:r>
              <a:rPr lang="en-US" sz="2600" dirty="0" smtClean="0">
                <a:latin typeface="Arial" panose="020B0604020202020204" pitchFamily="34" charset="0"/>
                <a:cs typeface="Arial" panose="020B0604020202020204" pitchFamily="34" charset="0"/>
              </a:rPr>
              <a:t>wood</a:t>
            </a:r>
            <a:endParaRPr lang="en-US" sz="2600" dirty="0">
              <a:latin typeface="Arial" panose="020B0604020202020204" pitchFamily="34" charset="0"/>
              <a:cs typeface="Arial" panose="020B0604020202020204" pitchFamily="34" charset="0"/>
            </a:endParaRPr>
          </a:p>
          <a:p>
            <a:pPr marL="83493" indent="0">
              <a:buClrTx/>
              <a:buNone/>
            </a:pPr>
            <a:r>
              <a:rPr lang="en-US" sz="2600" dirty="0">
                <a:latin typeface="Arial" panose="020B0604020202020204" pitchFamily="34" charset="0"/>
                <a:cs typeface="Arial" panose="020B0604020202020204" pitchFamily="34" charset="0"/>
              </a:rPr>
              <a:t>    </a:t>
            </a:r>
            <a:r>
              <a:rPr lang="en-US" sz="2600" b="1" dirty="0">
                <a:latin typeface="Arial" panose="020B0604020202020204" pitchFamily="34" charset="0"/>
                <a:cs typeface="Arial" panose="020B0604020202020204" pitchFamily="34" charset="0"/>
              </a:rPr>
              <a:t>Varnishing Method as follows:</a:t>
            </a:r>
          </a:p>
          <a:p>
            <a:pPr>
              <a:buClr>
                <a:schemeClr val="accent6">
                  <a:lumMod val="50000"/>
                </a:schemeClr>
              </a:buClr>
              <a:buSzPct val="100000"/>
              <a:buFont typeface="Calibri" panose="020F0502020204030204" pitchFamily="34" charset="0"/>
              <a:buChar char="—"/>
            </a:pPr>
            <a:r>
              <a:rPr lang="en-US" sz="2600" dirty="0">
                <a:latin typeface="Arial" panose="020B0604020202020204" pitchFamily="34" charset="0"/>
                <a:cs typeface="Arial" panose="020B0604020202020204" pitchFamily="34" charset="0"/>
              </a:rPr>
              <a:t>  </a:t>
            </a:r>
            <a:r>
              <a:rPr lang="en-US" sz="2600" dirty="0">
                <a:solidFill>
                  <a:srgbClr val="0000CC"/>
                </a:solidFill>
                <a:latin typeface="Arial" panose="020B0604020202020204" pitchFamily="34" charset="0"/>
                <a:cs typeface="Arial" panose="020B0604020202020204" pitchFamily="34" charset="0"/>
              </a:rPr>
              <a:t>Clean surface of </a:t>
            </a:r>
            <a:r>
              <a:rPr lang="en-US" sz="2600" dirty="0" smtClean="0">
                <a:solidFill>
                  <a:srgbClr val="0000CC"/>
                </a:solidFill>
                <a:latin typeface="Arial" panose="020B0604020202020204" pitchFamily="34" charset="0"/>
                <a:cs typeface="Arial" panose="020B0604020202020204" pitchFamily="34" charset="0"/>
              </a:rPr>
              <a:t>wood</a:t>
            </a:r>
            <a:endParaRPr lang="en-US" sz="2600" dirty="0">
              <a:solidFill>
                <a:srgbClr val="0000CC"/>
              </a:solidFill>
              <a:latin typeface="Arial" panose="020B0604020202020204" pitchFamily="34" charset="0"/>
              <a:cs typeface="Arial" panose="020B0604020202020204" pitchFamily="34" charset="0"/>
            </a:endParaRPr>
          </a:p>
          <a:p>
            <a:pPr>
              <a:buClr>
                <a:schemeClr val="accent6">
                  <a:lumMod val="50000"/>
                </a:schemeClr>
              </a:buClr>
              <a:buSzPct val="100000"/>
              <a:buFont typeface="Calibri" panose="020F0502020204030204" pitchFamily="34" charset="0"/>
              <a:buChar char="—"/>
            </a:pPr>
            <a:r>
              <a:rPr lang="en-US" sz="2600" dirty="0">
                <a:latin typeface="Arial" panose="020B0604020202020204" pitchFamily="34" charset="0"/>
                <a:cs typeface="Arial" panose="020B0604020202020204" pitchFamily="34" charset="0"/>
              </a:rPr>
              <a:t> Varnish one layer anti-termites on the surface.      </a:t>
            </a:r>
          </a:p>
          <a:p>
            <a:pPr marL="83493" indent="0">
              <a:buClr>
                <a:schemeClr val="accent6">
                  <a:lumMod val="50000"/>
                </a:schemeClr>
              </a:buClr>
              <a:buSzPct val="85000"/>
              <a:buNone/>
            </a:pPr>
            <a:r>
              <a:rPr lang="en-US" sz="2600" dirty="0">
                <a:latin typeface="Arial" panose="020B0604020202020204" pitchFamily="34" charset="0"/>
                <a:cs typeface="Arial" panose="020B0604020202020204" pitchFamily="34" charset="0"/>
              </a:rPr>
              <a:t> (For this brush and soft cloth can be used)</a:t>
            </a:r>
          </a:p>
          <a:p>
            <a:pPr>
              <a:buClr>
                <a:schemeClr val="accent6">
                  <a:lumMod val="50000"/>
                </a:schemeClr>
              </a:buClr>
              <a:buSzPct val="85000"/>
              <a:buFont typeface="Calibri" panose="020F0502020204030204" pitchFamily="34" charset="0"/>
              <a:buChar char="—"/>
            </a:pPr>
            <a:r>
              <a:rPr lang="en-US" sz="2600" dirty="0">
                <a:latin typeface="Arial" panose="020B0604020202020204" pitchFamily="34" charset="0"/>
                <a:cs typeface="Arial" panose="020B0604020202020204" pitchFamily="34" charset="0"/>
              </a:rPr>
              <a:t>  </a:t>
            </a:r>
            <a:r>
              <a:rPr lang="en-US" sz="2600" dirty="0">
                <a:solidFill>
                  <a:srgbClr val="0000CC"/>
                </a:solidFill>
                <a:latin typeface="Arial" panose="020B0604020202020204" pitchFamily="34" charset="0"/>
                <a:cs typeface="Arial" panose="020B0604020202020204" pitchFamily="34" charset="0"/>
              </a:rPr>
              <a:t>After that Leave the wood for 6-8 hours</a:t>
            </a:r>
          </a:p>
          <a:p>
            <a:pPr marL="83493" indent="0">
              <a:buNone/>
            </a:pPr>
            <a:r>
              <a:rPr lang="en-US" sz="2849" dirty="0"/>
              <a:t>    </a:t>
            </a:r>
          </a:p>
          <a:p>
            <a:pPr marL="83493" indent="0">
              <a:buNone/>
            </a:pPr>
            <a:endParaRPr lang="en-US" dirty="0" smtClean="0"/>
          </a:p>
          <a:p>
            <a:pPr marL="83493" indent="0">
              <a:buNone/>
            </a:pPr>
            <a:endParaRPr lang="en-US" dirty="0" smtClean="0"/>
          </a:p>
          <a:p>
            <a:endParaRPr lang="en-US" dirty="0" smtClean="0"/>
          </a:p>
          <a:p>
            <a:endParaRPr lang="en-US" dirty="0" smtClean="0"/>
          </a:p>
          <a:p>
            <a:endParaRPr lang="en-GB" dirty="0"/>
          </a:p>
        </p:txBody>
      </p:sp>
      <p:pic>
        <p:nvPicPr>
          <p:cNvPr id="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9675" y="4932980"/>
            <a:ext cx="1534564" cy="2070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1"/>
          <p:cNvSpPr>
            <a:spLocks noChangeArrowheads="1"/>
          </p:cNvSpPr>
          <p:nvPr/>
        </p:nvSpPr>
        <p:spPr bwMode="auto">
          <a:xfrm>
            <a:off x="5870223" y="6284885"/>
            <a:ext cx="2333287" cy="721993"/>
          </a:xfrm>
          <a:prstGeom prst="wedgeRectCallout">
            <a:avLst>
              <a:gd name="adj1" fmla="val 71495"/>
              <a:gd name="adj2" fmla="val -27162"/>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100">
                <a:solidFill>
                  <a:schemeClr val="tx1"/>
                </a:solidFill>
                <a:latin typeface="Arial" panose="020B0604020202020204" pitchFamily="34" charset="0"/>
              </a:defRPr>
            </a:lvl1pPr>
            <a:lvl2pPr marL="742950" indent="-285750">
              <a:defRPr sz="2100">
                <a:solidFill>
                  <a:schemeClr val="tx1"/>
                </a:solidFill>
                <a:latin typeface="Arial" panose="020B0604020202020204" pitchFamily="34" charset="0"/>
              </a:defRPr>
            </a:lvl2pPr>
            <a:lvl3pPr marL="1143000" indent="-228600">
              <a:defRPr sz="2100">
                <a:solidFill>
                  <a:schemeClr val="tx1"/>
                </a:solidFill>
                <a:latin typeface="Arial" panose="020B0604020202020204" pitchFamily="34" charset="0"/>
              </a:defRPr>
            </a:lvl3pPr>
            <a:lvl4pPr marL="1600200" indent="-228600">
              <a:defRPr sz="2100">
                <a:solidFill>
                  <a:schemeClr val="tx1"/>
                </a:solidFill>
                <a:latin typeface="Arial" panose="020B0604020202020204" pitchFamily="34" charset="0"/>
              </a:defRPr>
            </a:lvl4pPr>
            <a:lvl5pPr marL="2057400" indent="-228600">
              <a:defRPr sz="2100">
                <a:solidFill>
                  <a:schemeClr val="tx1"/>
                </a:solidFill>
                <a:latin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Arial" panose="020B0604020202020204" pitchFamily="34" charset="0"/>
              </a:defRPr>
            </a:lvl9pPr>
          </a:lstStyle>
          <a:p>
            <a:pPr>
              <a:defRPr/>
            </a:pPr>
            <a:r>
              <a:rPr lang="en-US" altLang="en-US" sz="2046" dirty="0">
                <a:latin typeface="+mn-lt"/>
              </a:rPr>
              <a:t>(</a:t>
            </a:r>
            <a:r>
              <a:rPr lang="en-US" altLang="en-US" sz="2046" dirty="0" err="1">
                <a:latin typeface="+mn-lt"/>
              </a:rPr>
              <a:t>Rs</a:t>
            </a:r>
            <a:r>
              <a:rPr lang="en-US" altLang="en-US" sz="2046" dirty="0">
                <a:latin typeface="+mn-lt"/>
              </a:rPr>
              <a:t>. 300 –400  Per liter)</a:t>
            </a:r>
          </a:p>
        </p:txBody>
      </p:sp>
      <p:sp>
        <p:nvSpPr>
          <p:cNvPr id="7" name="AutoShape 2" descr="timber stacking method के लिए चित्र परिणाम"/>
          <p:cNvSpPr>
            <a:spLocks noChangeAspect="1" noChangeArrowheads="1"/>
          </p:cNvSpPr>
          <p:nvPr/>
        </p:nvSpPr>
        <p:spPr bwMode="auto">
          <a:xfrm>
            <a:off x="46392" y="336721"/>
            <a:ext cx="222680" cy="22268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804" tIns="33402" rIns="66804" bIns="33402" numCol="1" anchor="t" anchorCtr="0" compatLnSpc="1">
            <a:prstTxWarp prst="textNoShape">
              <a:avLst/>
            </a:prstTxWarp>
          </a:bodyPr>
          <a:lstStyle/>
          <a:p>
            <a:endParaRPr lang="en-GB" sz="1315"/>
          </a:p>
        </p:txBody>
      </p:sp>
      <p:sp>
        <p:nvSpPr>
          <p:cNvPr id="8" name="Slide Number Placeholder 7"/>
          <p:cNvSpPr>
            <a:spLocks noGrp="1"/>
          </p:cNvSpPr>
          <p:nvPr>
            <p:ph type="sldNum" sz="quarter" idx="12"/>
          </p:nvPr>
        </p:nvSpPr>
        <p:spPr/>
        <p:txBody>
          <a:bodyPr/>
          <a:lstStyle/>
          <a:p>
            <a:fld id="{4DED8F11-E02F-4D3E-85B4-F4AEDD07F0EA}" type="slidenum">
              <a:rPr lang="en-US" smtClean="0"/>
              <a:t>4</a:t>
            </a:fld>
            <a:endParaRPr lang="en-US"/>
          </a:p>
        </p:txBody>
      </p:sp>
    </p:spTree>
    <p:extLst>
      <p:ext uri="{BB962C8B-B14F-4D97-AF65-F5344CB8AC3E}">
        <p14:creationId xmlns:p14="http://schemas.microsoft.com/office/powerpoint/2010/main" val="38248269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340582"/>
            <a:ext cx="5815326" cy="2843865"/>
          </a:xfrm>
        </p:spPr>
        <p:txBody>
          <a:bodyPr>
            <a:noAutofit/>
          </a:bodyPr>
          <a:lstStyle/>
          <a:p>
            <a:pPr algn="just">
              <a:buClr>
                <a:schemeClr val="accent6">
                  <a:lumMod val="50000"/>
                </a:schemeClr>
              </a:buClr>
              <a:buSzPct val="102000"/>
              <a:buFont typeface="Calibri" panose="020F0502020204030204" pitchFamily="34" charset="0"/>
              <a:buChar char="—"/>
            </a:pPr>
            <a:r>
              <a:rPr lang="en-GB" sz="2411" dirty="0"/>
              <a:t> </a:t>
            </a:r>
            <a:r>
              <a:rPr lang="en-GB" sz="2500" dirty="0">
                <a:solidFill>
                  <a:srgbClr val="0000CC"/>
                </a:solidFill>
                <a:latin typeface="Arial" panose="020B0604020202020204" pitchFamily="34" charset="0"/>
                <a:cs typeface="Arial" panose="020B0604020202020204" pitchFamily="34" charset="0"/>
              </a:rPr>
              <a:t>After that apply water proof layer of   mix. of    bitumen  &amp; Kerosene. For  this boil the bitumen and mix it with Kerosene. Ratio of bitumen and kerosene is 2:1. Put bitumen  on Kerosene but never pour Kerosene in bitumen.   </a:t>
            </a:r>
          </a:p>
          <a:p>
            <a:pPr marL="83493" indent="0" algn="just">
              <a:buClr>
                <a:schemeClr val="accent6">
                  <a:lumMod val="50000"/>
                </a:schemeClr>
              </a:buClr>
              <a:buNone/>
            </a:pPr>
            <a:endParaRPr lang="en-GB" sz="2630" dirty="0"/>
          </a:p>
        </p:txBody>
      </p:sp>
      <p:sp>
        <p:nvSpPr>
          <p:cNvPr id="2" name="Title 1"/>
          <p:cNvSpPr>
            <a:spLocks noGrp="1"/>
          </p:cNvSpPr>
          <p:nvPr>
            <p:ph type="title"/>
          </p:nvPr>
        </p:nvSpPr>
        <p:spPr>
          <a:xfrm>
            <a:off x="-1" y="0"/>
            <a:ext cx="9998439" cy="584612"/>
          </a:xfrm>
        </p:spPr>
        <p:txBody>
          <a:bodyPr>
            <a:normAutofit fontScale="90000"/>
          </a:bodyPr>
          <a:lstStyle/>
          <a:p>
            <a:pPr algn="ctr"/>
            <a:r>
              <a:rPr lang="en-GB" dirty="0" smtClean="0">
                <a:solidFill>
                  <a:schemeClr val="tx1"/>
                </a:solidFill>
              </a:rPr>
              <a:t> </a:t>
            </a:r>
            <a:r>
              <a:rPr lang="en-US" sz="3500" dirty="0">
                <a:solidFill>
                  <a:schemeClr val="tx1"/>
                </a:solidFill>
                <a:latin typeface="Arial Black" panose="020B0A04020102020204" pitchFamily="34" charset="0"/>
              </a:rPr>
              <a:t>Treatment Process Contd.</a:t>
            </a:r>
            <a:endParaRPr lang="en-GB" sz="3500" dirty="0">
              <a:solidFill>
                <a:schemeClr val="tx1"/>
              </a:solidFill>
              <a:latin typeface="Arial Black" panose="020B0A04020102020204" pitchFamily="34" charset="0"/>
            </a:endParaRPr>
          </a:p>
        </p:txBody>
      </p:sp>
      <p:pic>
        <p:nvPicPr>
          <p:cNvPr id="5" name="Picture 4"/>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530479" y="1916101"/>
            <a:ext cx="1252280" cy="100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534435" y="4940418"/>
            <a:ext cx="5859761" cy="1306512"/>
          </a:xfrm>
          <a:prstGeom prst="rect">
            <a:avLst/>
          </a:prstGeom>
          <a:noFill/>
        </p:spPr>
        <p:txBody>
          <a:bodyPr wrap="square" rtlCol="0">
            <a:spAutoFit/>
          </a:bodyPr>
          <a:lstStyle/>
          <a:p>
            <a:pPr marL="334030" indent="-334030">
              <a:buClr>
                <a:schemeClr val="accent6">
                  <a:lumMod val="50000"/>
                </a:schemeClr>
              </a:buClr>
              <a:buSzPct val="102000"/>
              <a:buFont typeface="Calibri" panose="020F0502020204030204" pitchFamily="34" charset="0"/>
              <a:buChar char="—"/>
            </a:pPr>
            <a:r>
              <a:rPr lang="en-GB" sz="2630" dirty="0"/>
              <a:t> Liquid bitumen also available in market</a:t>
            </a:r>
          </a:p>
          <a:p>
            <a:pPr>
              <a:buClr>
                <a:schemeClr val="accent6">
                  <a:lumMod val="50000"/>
                </a:schemeClr>
              </a:buClr>
            </a:pPr>
            <a:r>
              <a:rPr lang="en-GB" sz="2630" dirty="0"/>
              <a:t>                      </a:t>
            </a:r>
            <a:r>
              <a:rPr lang="en-GB" sz="2630" dirty="0" smtClean="0"/>
              <a:t>Or  </a:t>
            </a:r>
            <a:endParaRPr lang="en-GB" sz="2630" dirty="0"/>
          </a:p>
        </p:txBody>
      </p:sp>
      <p:pic>
        <p:nvPicPr>
          <p:cNvPr id="9" name="Picture 1"/>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109277" y="3200223"/>
            <a:ext cx="736889" cy="1269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7"/>
          <p:cNvSpPr>
            <a:spLocks noChangeArrowheads="1"/>
          </p:cNvSpPr>
          <p:nvPr/>
        </p:nvSpPr>
        <p:spPr bwMode="auto">
          <a:xfrm>
            <a:off x="6518623" y="3431209"/>
            <a:ext cx="1882291" cy="721993"/>
          </a:xfrm>
          <a:prstGeom prst="wedgeRectCallout">
            <a:avLst>
              <a:gd name="adj1" fmla="val 83981"/>
              <a:gd name="adj2" fmla="val 17343"/>
            </a:avLst>
          </a:prstGeom>
          <a:solidFill>
            <a:schemeClr val="bg1"/>
          </a:solidFill>
          <a:ln w="9525">
            <a:solidFill>
              <a:schemeClr val="tx1"/>
            </a:solidFill>
            <a:miter lim="800000"/>
            <a:headEnd/>
            <a:tailEnd/>
          </a:ln>
        </p:spPr>
        <p:txBody>
          <a:bodyPr wrap="square">
            <a:spAutoFit/>
          </a:bodyPr>
          <a:lstStyle>
            <a:lvl1pPr>
              <a:defRPr sz="2100">
                <a:solidFill>
                  <a:schemeClr val="tx1"/>
                </a:solidFill>
                <a:latin typeface="Arial" panose="020B0604020202020204" pitchFamily="34" charset="0"/>
              </a:defRPr>
            </a:lvl1pPr>
            <a:lvl2pPr marL="742950" indent="-285750">
              <a:defRPr sz="2100">
                <a:solidFill>
                  <a:schemeClr val="tx1"/>
                </a:solidFill>
                <a:latin typeface="Arial" panose="020B0604020202020204" pitchFamily="34" charset="0"/>
              </a:defRPr>
            </a:lvl2pPr>
            <a:lvl3pPr marL="1143000" indent="-228600">
              <a:defRPr sz="2100">
                <a:solidFill>
                  <a:schemeClr val="tx1"/>
                </a:solidFill>
                <a:latin typeface="Arial" panose="020B0604020202020204" pitchFamily="34" charset="0"/>
              </a:defRPr>
            </a:lvl3pPr>
            <a:lvl4pPr marL="1600200" indent="-228600">
              <a:defRPr sz="2100">
                <a:solidFill>
                  <a:schemeClr val="tx1"/>
                </a:solidFill>
                <a:latin typeface="Arial" panose="020B0604020202020204" pitchFamily="34" charset="0"/>
              </a:defRPr>
            </a:lvl4pPr>
            <a:lvl5pPr marL="2057400" indent="-228600">
              <a:defRPr sz="2100">
                <a:solidFill>
                  <a:schemeClr val="tx1"/>
                </a:solidFill>
                <a:latin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Arial" panose="020B0604020202020204" pitchFamily="34" charset="0"/>
              </a:defRPr>
            </a:lvl9pPr>
          </a:lstStyle>
          <a:p>
            <a:pPr>
              <a:defRPr/>
            </a:pPr>
            <a:r>
              <a:rPr lang="en-US" altLang="en-US" sz="2046" dirty="0">
                <a:solidFill>
                  <a:srgbClr val="0070C0"/>
                </a:solidFill>
                <a:latin typeface="+mn-lt"/>
              </a:rPr>
              <a:t>Rs.300-400 per liter</a:t>
            </a:r>
          </a:p>
        </p:txBody>
      </p:sp>
      <p:sp>
        <p:nvSpPr>
          <p:cNvPr id="11" name="TextBox 10"/>
          <p:cNvSpPr txBox="1"/>
          <p:nvPr/>
        </p:nvSpPr>
        <p:spPr>
          <a:xfrm>
            <a:off x="928878" y="6023354"/>
            <a:ext cx="5465318" cy="868058"/>
          </a:xfrm>
          <a:prstGeom prst="rect">
            <a:avLst/>
          </a:prstGeom>
          <a:noFill/>
          <a:ln>
            <a:noFill/>
          </a:ln>
        </p:spPr>
        <p:txBody>
          <a:bodyPr wrap="square" rtlCol="0">
            <a:spAutoFit/>
          </a:bodyPr>
          <a:lstStyle/>
          <a:p>
            <a:pPr marL="334030" indent="-334030">
              <a:buClr>
                <a:schemeClr val="accent6">
                  <a:lumMod val="50000"/>
                </a:schemeClr>
              </a:buClr>
              <a:buFont typeface="Calibri" panose="020F0502020204030204" pitchFamily="34" charset="0"/>
              <a:buChar char="—"/>
            </a:pPr>
            <a:endParaRPr lang="en-GB" sz="2411" dirty="0" smtClean="0"/>
          </a:p>
          <a:p>
            <a:pPr>
              <a:buClr>
                <a:schemeClr val="accent6">
                  <a:lumMod val="50000"/>
                </a:schemeClr>
              </a:buClr>
            </a:pPr>
            <a:r>
              <a:rPr lang="en-GB" sz="2630" dirty="0" smtClean="0"/>
              <a:t>Use </a:t>
            </a:r>
            <a:r>
              <a:rPr lang="en-GB" sz="2630" dirty="0"/>
              <a:t>black Japan Paint</a:t>
            </a:r>
          </a:p>
        </p:txBody>
      </p:sp>
      <p:pic>
        <p:nvPicPr>
          <p:cNvPr id="12" name="Picture 2"/>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8734486" y="4958906"/>
            <a:ext cx="844265" cy="100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7"/>
          <p:cNvSpPr>
            <a:spLocks noChangeArrowheads="1"/>
          </p:cNvSpPr>
          <p:nvPr/>
        </p:nvSpPr>
        <p:spPr bwMode="auto">
          <a:xfrm>
            <a:off x="6305064" y="4828702"/>
            <a:ext cx="1882291" cy="721993"/>
          </a:xfrm>
          <a:prstGeom prst="wedgeRectCallout">
            <a:avLst>
              <a:gd name="adj1" fmla="val 83981"/>
              <a:gd name="adj2" fmla="val 17343"/>
            </a:avLst>
          </a:prstGeom>
          <a:solidFill>
            <a:schemeClr val="bg1"/>
          </a:solidFill>
          <a:ln w="9525">
            <a:solidFill>
              <a:schemeClr val="tx1"/>
            </a:solidFill>
            <a:miter lim="800000"/>
            <a:headEnd/>
            <a:tailEnd/>
          </a:ln>
        </p:spPr>
        <p:txBody>
          <a:bodyPr wrap="square">
            <a:spAutoFit/>
          </a:bodyPr>
          <a:lstStyle>
            <a:lvl1pPr>
              <a:defRPr sz="2100">
                <a:solidFill>
                  <a:schemeClr val="tx1"/>
                </a:solidFill>
                <a:latin typeface="Arial" panose="020B0604020202020204" pitchFamily="34" charset="0"/>
              </a:defRPr>
            </a:lvl1pPr>
            <a:lvl2pPr marL="742950" indent="-285750">
              <a:defRPr sz="2100">
                <a:solidFill>
                  <a:schemeClr val="tx1"/>
                </a:solidFill>
                <a:latin typeface="Arial" panose="020B0604020202020204" pitchFamily="34" charset="0"/>
              </a:defRPr>
            </a:lvl2pPr>
            <a:lvl3pPr marL="1143000" indent="-228600">
              <a:defRPr sz="2100">
                <a:solidFill>
                  <a:schemeClr val="tx1"/>
                </a:solidFill>
                <a:latin typeface="Arial" panose="020B0604020202020204" pitchFamily="34" charset="0"/>
              </a:defRPr>
            </a:lvl3pPr>
            <a:lvl4pPr marL="1600200" indent="-228600">
              <a:defRPr sz="2100">
                <a:solidFill>
                  <a:schemeClr val="tx1"/>
                </a:solidFill>
                <a:latin typeface="Arial" panose="020B0604020202020204" pitchFamily="34" charset="0"/>
              </a:defRPr>
            </a:lvl4pPr>
            <a:lvl5pPr marL="2057400" indent="-228600">
              <a:defRPr sz="2100">
                <a:solidFill>
                  <a:schemeClr val="tx1"/>
                </a:solidFill>
                <a:latin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Arial" panose="020B0604020202020204" pitchFamily="34" charset="0"/>
              </a:defRPr>
            </a:lvl9pPr>
          </a:lstStyle>
          <a:p>
            <a:pPr>
              <a:defRPr/>
            </a:pPr>
            <a:r>
              <a:rPr lang="en-US" altLang="en-US" sz="2046" dirty="0">
                <a:latin typeface="+mn-lt"/>
              </a:rPr>
              <a:t>Rs.300-400 per  liter</a:t>
            </a:r>
          </a:p>
        </p:txBody>
      </p:sp>
      <p:sp>
        <p:nvSpPr>
          <p:cNvPr id="6" name="TextBox 8"/>
          <p:cNvSpPr>
            <a:spLocks noChangeArrowheads="1"/>
          </p:cNvSpPr>
          <p:nvPr/>
        </p:nvSpPr>
        <p:spPr bwMode="auto">
          <a:xfrm>
            <a:off x="6290931" y="2159476"/>
            <a:ext cx="1661099" cy="721993"/>
          </a:xfrm>
          <a:prstGeom prst="wedgeRectCallout">
            <a:avLst>
              <a:gd name="adj1" fmla="val 103102"/>
              <a:gd name="adj2" fmla="val 21421"/>
            </a:avLst>
          </a:prstGeom>
          <a:solidFill>
            <a:schemeClr val="bg1"/>
          </a:solidFill>
          <a:ln w="9525">
            <a:solidFill>
              <a:schemeClr val="tx1"/>
            </a:solidFill>
            <a:miter lim="800000"/>
            <a:headEnd/>
            <a:tailEnd/>
          </a:ln>
        </p:spPr>
        <p:txBody>
          <a:bodyPr wrap="square">
            <a:spAutoFit/>
          </a:bodyPr>
          <a:lstStyle>
            <a:lvl1pPr>
              <a:defRPr sz="2100">
                <a:solidFill>
                  <a:schemeClr val="tx1"/>
                </a:solidFill>
                <a:latin typeface="Arial" panose="020B0604020202020204" pitchFamily="34" charset="0"/>
              </a:defRPr>
            </a:lvl1pPr>
            <a:lvl2pPr marL="742950" indent="-285750">
              <a:defRPr sz="2100">
                <a:solidFill>
                  <a:schemeClr val="tx1"/>
                </a:solidFill>
                <a:latin typeface="Arial" panose="020B0604020202020204" pitchFamily="34" charset="0"/>
              </a:defRPr>
            </a:lvl2pPr>
            <a:lvl3pPr marL="1143000" indent="-228600">
              <a:defRPr sz="2100">
                <a:solidFill>
                  <a:schemeClr val="tx1"/>
                </a:solidFill>
                <a:latin typeface="Arial" panose="020B0604020202020204" pitchFamily="34" charset="0"/>
              </a:defRPr>
            </a:lvl3pPr>
            <a:lvl4pPr marL="1600200" indent="-228600">
              <a:defRPr sz="2100">
                <a:solidFill>
                  <a:schemeClr val="tx1"/>
                </a:solidFill>
                <a:latin typeface="Arial" panose="020B0604020202020204" pitchFamily="34" charset="0"/>
              </a:defRPr>
            </a:lvl4pPr>
            <a:lvl5pPr marL="2057400" indent="-228600">
              <a:defRPr sz="2100">
                <a:solidFill>
                  <a:schemeClr val="tx1"/>
                </a:solidFill>
                <a:latin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Arial" panose="020B0604020202020204" pitchFamily="34" charset="0"/>
              </a:defRPr>
            </a:lvl9pPr>
          </a:lstStyle>
          <a:p>
            <a:pPr>
              <a:defRPr/>
            </a:pPr>
            <a:r>
              <a:rPr lang="en-US" altLang="en-US" sz="2046" dirty="0" err="1">
                <a:latin typeface="+mn-lt"/>
              </a:rPr>
              <a:t>Rs</a:t>
            </a:r>
            <a:r>
              <a:rPr lang="en-US" altLang="en-US" sz="2046" dirty="0">
                <a:latin typeface="+mn-lt"/>
              </a:rPr>
              <a:t>. 75-80 Per liter</a:t>
            </a:r>
          </a:p>
        </p:txBody>
      </p:sp>
      <p:sp>
        <p:nvSpPr>
          <p:cNvPr id="7" name="TextBox 6"/>
          <p:cNvSpPr txBox="1"/>
          <p:nvPr/>
        </p:nvSpPr>
        <p:spPr>
          <a:xfrm>
            <a:off x="4184059" y="6072662"/>
            <a:ext cx="6760564" cy="769441"/>
          </a:xfrm>
          <a:prstGeom prst="rect">
            <a:avLst/>
          </a:prstGeom>
          <a:noFill/>
        </p:spPr>
        <p:txBody>
          <a:bodyPr wrap="square" rtlCol="0">
            <a:spAutoFit/>
          </a:bodyPr>
          <a:lstStyle/>
          <a:p>
            <a:r>
              <a:rPr lang="en-GB" sz="1315" b="1" i="1" dirty="0">
                <a:solidFill>
                  <a:srgbClr val="C00000"/>
                </a:solidFill>
              </a:rPr>
              <a:t> </a:t>
            </a:r>
            <a:r>
              <a:rPr lang="en-GB" sz="2200" b="1" i="1" dirty="0">
                <a:solidFill>
                  <a:srgbClr val="C00000"/>
                </a:solidFill>
              </a:rPr>
              <a:t>Normally in two storey residential building it cost roughly  10000  for timber treatment </a:t>
            </a:r>
          </a:p>
        </p:txBody>
      </p:sp>
      <p:sp>
        <p:nvSpPr>
          <p:cNvPr id="14" name="Slide Number Placeholder 13"/>
          <p:cNvSpPr>
            <a:spLocks noGrp="1"/>
          </p:cNvSpPr>
          <p:nvPr>
            <p:ph type="sldNum" sz="quarter" idx="12"/>
          </p:nvPr>
        </p:nvSpPr>
        <p:spPr/>
        <p:txBody>
          <a:bodyPr/>
          <a:lstStyle/>
          <a:p>
            <a:fld id="{4DED8F11-E02F-4D3E-85B4-F4AEDD07F0EA}" type="slidenum">
              <a:rPr lang="en-US" smtClean="0"/>
              <a:t>5</a:t>
            </a:fld>
            <a:endParaRPr lang="en-US"/>
          </a:p>
        </p:txBody>
      </p:sp>
    </p:spTree>
    <p:extLst>
      <p:ext uri="{BB962C8B-B14F-4D97-AF65-F5344CB8AC3E}">
        <p14:creationId xmlns:p14="http://schemas.microsoft.com/office/powerpoint/2010/main" val="30129308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Diagram 13"/>
          <p:cNvGraphicFramePr/>
          <p:nvPr>
            <p:extLst>
              <p:ext uri="{D42A27DB-BD31-4B8C-83A1-F6EECF244321}">
                <p14:modId xmlns:p14="http://schemas.microsoft.com/office/powerpoint/2010/main" val="3077020804"/>
              </p:ext>
            </p:extLst>
          </p:nvPr>
        </p:nvGraphicFramePr>
        <p:xfrm>
          <a:off x="226376" y="1124262"/>
          <a:ext cx="2896315" cy="32165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227124" y="151910"/>
            <a:ext cx="10461514" cy="489070"/>
          </a:xfrm>
        </p:spPr>
        <p:txBody>
          <a:bodyPr>
            <a:normAutofit fontScale="90000"/>
          </a:bodyPr>
          <a:lstStyle/>
          <a:p>
            <a:pPr algn="ctr"/>
            <a:r>
              <a:rPr lang="en-GB" sz="3500" dirty="0">
                <a:solidFill>
                  <a:schemeClr val="tx1"/>
                </a:solidFill>
                <a:latin typeface="Arial Black" panose="020B0A04020102020204" pitchFamily="34" charset="0"/>
              </a:rPr>
              <a:t>Treatment Process Contd.</a:t>
            </a:r>
          </a:p>
        </p:txBody>
      </p:sp>
      <p:graphicFrame>
        <p:nvGraphicFramePr>
          <p:cNvPr id="24" name="Diagram 23"/>
          <p:cNvGraphicFramePr/>
          <p:nvPr>
            <p:extLst>
              <p:ext uri="{D42A27DB-BD31-4B8C-83A1-F6EECF244321}">
                <p14:modId xmlns:p14="http://schemas.microsoft.com/office/powerpoint/2010/main" val="2476100438"/>
              </p:ext>
            </p:extLst>
          </p:nvPr>
        </p:nvGraphicFramePr>
        <p:xfrm>
          <a:off x="3400612" y="1244184"/>
          <a:ext cx="3040096" cy="295669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25" name="Diagram 24"/>
          <p:cNvGraphicFramePr/>
          <p:nvPr>
            <p:extLst>
              <p:ext uri="{D42A27DB-BD31-4B8C-83A1-F6EECF244321}">
                <p14:modId xmlns:p14="http://schemas.microsoft.com/office/powerpoint/2010/main" val="541576652"/>
              </p:ext>
            </p:extLst>
          </p:nvPr>
        </p:nvGraphicFramePr>
        <p:xfrm>
          <a:off x="6897309" y="1132894"/>
          <a:ext cx="2826073" cy="263008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26" name="Diagram 25"/>
          <p:cNvGraphicFramePr/>
          <p:nvPr>
            <p:extLst>
              <p:ext uri="{D42A27DB-BD31-4B8C-83A1-F6EECF244321}">
                <p14:modId xmlns:p14="http://schemas.microsoft.com/office/powerpoint/2010/main" val="225430712"/>
              </p:ext>
            </p:extLst>
          </p:nvPr>
        </p:nvGraphicFramePr>
        <p:xfrm>
          <a:off x="128689" y="4140212"/>
          <a:ext cx="3681293" cy="2773295"/>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11" name="Diagram 10"/>
          <p:cNvGraphicFramePr/>
          <p:nvPr>
            <p:extLst>
              <p:ext uri="{D42A27DB-BD31-4B8C-83A1-F6EECF244321}">
                <p14:modId xmlns:p14="http://schemas.microsoft.com/office/powerpoint/2010/main" val="2772726584"/>
              </p:ext>
            </p:extLst>
          </p:nvPr>
        </p:nvGraphicFramePr>
        <p:xfrm>
          <a:off x="3745790" y="4274772"/>
          <a:ext cx="3042989" cy="2582651"/>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graphicFrame>
        <p:nvGraphicFramePr>
          <p:cNvPr id="13" name="Diagram 12"/>
          <p:cNvGraphicFramePr/>
          <p:nvPr>
            <p:extLst>
              <p:ext uri="{D42A27DB-BD31-4B8C-83A1-F6EECF244321}">
                <p14:modId xmlns:p14="http://schemas.microsoft.com/office/powerpoint/2010/main" val="3250007283"/>
              </p:ext>
            </p:extLst>
          </p:nvPr>
        </p:nvGraphicFramePr>
        <p:xfrm>
          <a:off x="6936216" y="3897443"/>
          <a:ext cx="3405196" cy="3077282"/>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sp>
        <p:nvSpPr>
          <p:cNvPr id="3" name="Right Arrow 2"/>
          <p:cNvSpPr/>
          <p:nvPr/>
        </p:nvSpPr>
        <p:spPr>
          <a:xfrm>
            <a:off x="3205173" y="2796193"/>
            <a:ext cx="361043" cy="2871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15"/>
          </a:p>
        </p:txBody>
      </p:sp>
      <p:sp>
        <p:nvSpPr>
          <p:cNvPr id="5" name="Right Arrow 4"/>
          <p:cNvSpPr/>
          <p:nvPr/>
        </p:nvSpPr>
        <p:spPr>
          <a:xfrm>
            <a:off x="6517071" y="2695374"/>
            <a:ext cx="403116" cy="2040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15"/>
          </a:p>
        </p:txBody>
      </p:sp>
      <p:sp>
        <p:nvSpPr>
          <p:cNvPr id="7" name="Curved Left Arrow 6"/>
          <p:cNvSpPr/>
          <p:nvPr/>
        </p:nvSpPr>
        <p:spPr>
          <a:xfrm>
            <a:off x="9431212" y="3405529"/>
            <a:ext cx="492427" cy="935256"/>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15">
              <a:solidFill>
                <a:schemeClr val="tx1"/>
              </a:solidFill>
            </a:endParaRPr>
          </a:p>
        </p:txBody>
      </p:sp>
      <p:sp>
        <p:nvSpPr>
          <p:cNvPr id="8" name="Right Arrow 7"/>
          <p:cNvSpPr/>
          <p:nvPr/>
        </p:nvSpPr>
        <p:spPr>
          <a:xfrm>
            <a:off x="3215294" y="5198681"/>
            <a:ext cx="530496" cy="3002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15"/>
          </a:p>
        </p:txBody>
      </p:sp>
      <p:sp>
        <p:nvSpPr>
          <p:cNvPr id="9" name="Right Arrow 8"/>
          <p:cNvSpPr/>
          <p:nvPr/>
        </p:nvSpPr>
        <p:spPr>
          <a:xfrm>
            <a:off x="6615559" y="5281895"/>
            <a:ext cx="578555" cy="267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15"/>
          </a:p>
        </p:txBody>
      </p:sp>
      <p:graphicFrame>
        <p:nvGraphicFramePr>
          <p:cNvPr id="15" name="Diagram 14"/>
          <p:cNvGraphicFramePr/>
          <p:nvPr>
            <p:extLst>
              <p:ext uri="{D42A27DB-BD31-4B8C-83A1-F6EECF244321}">
                <p14:modId xmlns:p14="http://schemas.microsoft.com/office/powerpoint/2010/main" val="258893574"/>
              </p:ext>
            </p:extLst>
          </p:nvPr>
        </p:nvGraphicFramePr>
        <p:xfrm>
          <a:off x="3077101" y="1495055"/>
          <a:ext cx="4761560" cy="4645647"/>
        </p:xfrm>
        <a:graphic>
          <a:graphicData uri="http://schemas.openxmlformats.org/drawingml/2006/diagram">
            <dgm:relIds xmlns:dgm="http://schemas.openxmlformats.org/drawingml/2006/diagram" xmlns:r="http://schemas.openxmlformats.org/officeDocument/2006/relationships" r:dm="rId33" r:lo="rId34" r:qs="rId35" r:cs="rId36"/>
          </a:graphicData>
        </a:graphic>
      </p:graphicFrame>
      <p:sp>
        <p:nvSpPr>
          <p:cNvPr id="12" name="Content Placeholder 11"/>
          <p:cNvSpPr>
            <a:spLocks noGrp="1"/>
          </p:cNvSpPr>
          <p:nvPr>
            <p:ph idx="1"/>
          </p:nvPr>
        </p:nvSpPr>
        <p:spPr>
          <a:xfrm>
            <a:off x="276126" y="2220378"/>
            <a:ext cx="9789691" cy="4676279"/>
          </a:xfrm>
        </p:spPr>
        <p:txBody>
          <a:bodyPr/>
          <a:lstStyle/>
          <a:p>
            <a:endParaRPr lang="en-GB" dirty="0" smtClean="0">
              <a:solidFill>
                <a:schemeClr val="bg1"/>
              </a:solidFill>
            </a:endParaRPr>
          </a:p>
          <a:p>
            <a:pPr marL="83493" indent="0">
              <a:buNone/>
            </a:pPr>
            <a:endParaRPr lang="en-GB" dirty="0" smtClean="0">
              <a:solidFill>
                <a:schemeClr val="bg1"/>
              </a:solidFill>
            </a:endParaRPr>
          </a:p>
          <a:p>
            <a:pPr marL="83493" indent="0">
              <a:buNone/>
            </a:pPr>
            <a:endParaRPr lang="en-GB" dirty="0">
              <a:solidFill>
                <a:schemeClr val="bg1"/>
              </a:solidFill>
            </a:endParaRPr>
          </a:p>
          <a:p>
            <a:pPr marL="83493" indent="0">
              <a:buNone/>
            </a:pPr>
            <a:endParaRPr lang="en-GB" dirty="0" smtClean="0">
              <a:solidFill>
                <a:schemeClr val="bg1"/>
              </a:solidFill>
            </a:endParaRPr>
          </a:p>
        </p:txBody>
      </p:sp>
      <p:sp>
        <p:nvSpPr>
          <p:cNvPr id="6" name="Slide Number Placeholder 5"/>
          <p:cNvSpPr>
            <a:spLocks noGrp="1"/>
          </p:cNvSpPr>
          <p:nvPr>
            <p:ph type="sldNum" sz="quarter" idx="12"/>
          </p:nvPr>
        </p:nvSpPr>
        <p:spPr/>
        <p:txBody>
          <a:bodyPr/>
          <a:lstStyle/>
          <a:p>
            <a:fld id="{4DED8F11-E02F-4D3E-85B4-F4AEDD07F0EA}" type="slidenum">
              <a:rPr lang="en-US" smtClean="0"/>
              <a:t>6</a:t>
            </a:fld>
            <a:endParaRPr lang="en-US"/>
          </a:p>
        </p:txBody>
      </p:sp>
    </p:spTree>
    <p:extLst>
      <p:ext uri="{BB962C8B-B14F-4D97-AF65-F5344CB8AC3E}">
        <p14:creationId xmlns:p14="http://schemas.microsoft.com/office/powerpoint/2010/main" val="130606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810" y="101855"/>
            <a:ext cx="9693598" cy="645447"/>
          </a:xfrm>
        </p:spPr>
        <p:txBody>
          <a:bodyPr/>
          <a:lstStyle/>
          <a:p>
            <a:r>
              <a:rPr lang="en-US" dirty="0" smtClean="0">
                <a:solidFill>
                  <a:schemeClr val="tx1"/>
                </a:solidFill>
              </a:rPr>
              <a:t> </a:t>
            </a:r>
            <a:r>
              <a:rPr lang="en-US" sz="3200" dirty="0" smtClean="0">
                <a:solidFill>
                  <a:schemeClr val="tx1"/>
                </a:solidFill>
                <a:latin typeface="Arial Black" panose="020B0A04020102020204" pitchFamily="34" charset="0"/>
              </a:rPr>
              <a:t>Stone Pad Base of the Timber Post</a:t>
            </a:r>
            <a:endParaRPr lang="en-US" sz="3200" dirty="0">
              <a:solidFill>
                <a:schemeClr val="tx1"/>
              </a:solidFill>
              <a:latin typeface="Arial Black" panose="020B0A04020102020204" pitchFamily="34" charset="0"/>
            </a:endParaRPr>
          </a:p>
        </p:txBody>
      </p:sp>
      <p:sp>
        <p:nvSpPr>
          <p:cNvPr id="3" name="Content Placeholder 2"/>
          <p:cNvSpPr>
            <a:spLocks noGrp="1"/>
          </p:cNvSpPr>
          <p:nvPr>
            <p:ph idx="1"/>
          </p:nvPr>
        </p:nvSpPr>
        <p:spPr>
          <a:xfrm>
            <a:off x="430810" y="1445733"/>
            <a:ext cx="10021795" cy="5031936"/>
          </a:xfrm>
        </p:spPr>
        <p:txBody>
          <a:bodyPr/>
          <a:lstStyle/>
          <a:p>
            <a:endParaRPr lang="en-US" dirty="0"/>
          </a:p>
        </p:txBody>
      </p:sp>
      <p:sp>
        <p:nvSpPr>
          <p:cNvPr id="4" name="Slide Number Placeholder 3"/>
          <p:cNvSpPr>
            <a:spLocks noGrp="1"/>
          </p:cNvSpPr>
          <p:nvPr>
            <p:ph type="sldNum" sz="quarter" idx="12"/>
          </p:nvPr>
        </p:nvSpPr>
        <p:spPr/>
        <p:txBody>
          <a:bodyPr/>
          <a:lstStyle/>
          <a:p>
            <a:fld id="{4DED8F11-E02F-4D3E-85B4-F4AEDD07F0EA}" type="slidenum">
              <a:rPr lang="en-US" smtClean="0"/>
              <a:t>7</a:t>
            </a:fld>
            <a:endParaRPr lang="en-US"/>
          </a:p>
        </p:txBody>
      </p:sp>
      <p:grpSp>
        <p:nvGrpSpPr>
          <p:cNvPr id="5" name="Group 3"/>
          <p:cNvGrpSpPr>
            <a:grpSpLocks/>
          </p:cNvGrpSpPr>
          <p:nvPr/>
        </p:nvGrpSpPr>
        <p:grpSpPr bwMode="auto">
          <a:xfrm>
            <a:off x="8285929" y="2045839"/>
            <a:ext cx="2222500" cy="1930400"/>
            <a:chOff x="4457" y="809"/>
            <a:chExt cx="1198" cy="1104"/>
          </a:xfrm>
        </p:grpSpPr>
        <p:sp>
          <p:nvSpPr>
            <p:cNvPr id="6" name="Rectangle 4"/>
            <p:cNvSpPr>
              <a:spLocks noChangeArrowheads="1"/>
            </p:cNvSpPr>
            <p:nvPr/>
          </p:nvSpPr>
          <p:spPr bwMode="auto">
            <a:xfrm>
              <a:off x="4457" y="809"/>
              <a:ext cx="1198" cy="312"/>
            </a:xfrm>
            <a:prstGeom prst="rect">
              <a:avLst/>
            </a:prstGeom>
            <a:solidFill>
              <a:srgbClr val="FFCC66"/>
            </a:solidFill>
            <a:ln w="9525">
              <a:noFill/>
              <a:miter lim="800000"/>
              <a:headEnd/>
              <a:tailEnd/>
            </a:ln>
          </p:spPr>
          <p:txBody>
            <a:bodyPr wrap="none" lIns="92075" tIns="46038" rIns="92075" bIns="46038" anchor="ctr"/>
            <a:lstStyle/>
            <a:p>
              <a:endParaRPr lang="en-US"/>
            </a:p>
          </p:txBody>
        </p:sp>
        <p:grpSp>
          <p:nvGrpSpPr>
            <p:cNvPr id="7" name="Group 5"/>
            <p:cNvGrpSpPr>
              <a:grpSpLocks/>
            </p:cNvGrpSpPr>
            <p:nvPr/>
          </p:nvGrpSpPr>
          <p:grpSpPr bwMode="auto">
            <a:xfrm>
              <a:off x="4702" y="1127"/>
              <a:ext cx="746" cy="202"/>
              <a:chOff x="3281" y="1355"/>
              <a:chExt cx="592" cy="145"/>
            </a:xfrm>
          </p:grpSpPr>
          <p:sp>
            <p:nvSpPr>
              <p:cNvPr id="10" name="Rectangle 6"/>
              <p:cNvSpPr>
                <a:spLocks noChangeArrowheads="1"/>
              </p:cNvSpPr>
              <p:nvPr/>
            </p:nvSpPr>
            <p:spPr bwMode="auto">
              <a:xfrm>
                <a:off x="3281" y="1355"/>
                <a:ext cx="592" cy="70"/>
              </a:xfrm>
              <a:prstGeom prst="rect">
                <a:avLst/>
              </a:prstGeom>
              <a:solidFill>
                <a:srgbClr val="CC6600"/>
              </a:solidFill>
              <a:ln w="9525">
                <a:noFill/>
                <a:miter lim="800000"/>
                <a:headEnd/>
                <a:tailEnd/>
              </a:ln>
            </p:spPr>
            <p:txBody>
              <a:bodyPr wrap="none" lIns="92075" tIns="46038" rIns="92075" bIns="46038" anchor="ctr"/>
              <a:lstStyle/>
              <a:p>
                <a:endParaRPr lang="en-US"/>
              </a:p>
            </p:txBody>
          </p:sp>
          <p:sp>
            <p:nvSpPr>
              <p:cNvPr id="11" name="Rectangle 7"/>
              <p:cNvSpPr>
                <a:spLocks noChangeArrowheads="1"/>
              </p:cNvSpPr>
              <p:nvPr/>
            </p:nvSpPr>
            <p:spPr bwMode="auto">
              <a:xfrm>
                <a:off x="3414" y="1422"/>
                <a:ext cx="324" cy="78"/>
              </a:xfrm>
              <a:prstGeom prst="rect">
                <a:avLst/>
              </a:prstGeom>
              <a:solidFill>
                <a:srgbClr val="CC6600"/>
              </a:solidFill>
              <a:ln w="9525">
                <a:noFill/>
                <a:miter lim="800000"/>
                <a:headEnd/>
                <a:tailEnd/>
              </a:ln>
            </p:spPr>
            <p:txBody>
              <a:bodyPr wrap="none" lIns="92075" tIns="46038" rIns="92075" bIns="46038" anchor="ctr"/>
              <a:lstStyle/>
              <a:p>
                <a:endParaRPr lang="en-US"/>
              </a:p>
            </p:txBody>
          </p:sp>
          <p:sp>
            <p:nvSpPr>
              <p:cNvPr id="12" name="AutoShape 8"/>
              <p:cNvSpPr>
                <a:spLocks noChangeArrowheads="1"/>
              </p:cNvSpPr>
              <p:nvPr/>
            </p:nvSpPr>
            <p:spPr bwMode="auto">
              <a:xfrm rot="10800000">
                <a:off x="3282" y="1424"/>
                <a:ext cx="132" cy="76"/>
              </a:xfrm>
              <a:prstGeom prst="rtTriangle">
                <a:avLst/>
              </a:prstGeom>
              <a:solidFill>
                <a:srgbClr val="CC6600"/>
              </a:solidFill>
              <a:ln w="3175">
                <a:noFill/>
                <a:miter lim="800000"/>
                <a:headEnd/>
                <a:tailEnd/>
              </a:ln>
            </p:spPr>
            <p:txBody>
              <a:bodyPr wrap="none" lIns="92075" tIns="46038" rIns="92075" bIns="46038" anchor="ctr"/>
              <a:lstStyle/>
              <a:p>
                <a:endParaRPr lang="en-US"/>
              </a:p>
            </p:txBody>
          </p:sp>
          <p:sp>
            <p:nvSpPr>
              <p:cNvPr id="13" name="AutoShape 9"/>
              <p:cNvSpPr>
                <a:spLocks noChangeArrowheads="1"/>
              </p:cNvSpPr>
              <p:nvPr/>
            </p:nvSpPr>
            <p:spPr bwMode="auto">
              <a:xfrm rot="10800000" flipH="1">
                <a:off x="3737" y="1423"/>
                <a:ext cx="132" cy="76"/>
              </a:xfrm>
              <a:prstGeom prst="rtTriangle">
                <a:avLst/>
              </a:prstGeom>
              <a:solidFill>
                <a:srgbClr val="CC6600"/>
              </a:solidFill>
              <a:ln w="3175">
                <a:noFill/>
                <a:miter lim="800000"/>
                <a:headEnd/>
                <a:tailEnd/>
              </a:ln>
            </p:spPr>
            <p:txBody>
              <a:bodyPr wrap="none" lIns="92075" tIns="46038" rIns="92075" bIns="46038" anchor="ctr"/>
              <a:lstStyle/>
              <a:p>
                <a:endParaRPr lang="en-US"/>
              </a:p>
            </p:txBody>
          </p:sp>
        </p:grpSp>
        <p:sp>
          <p:nvSpPr>
            <p:cNvPr id="8" name="Rectangle 10"/>
            <p:cNvSpPr>
              <a:spLocks noChangeArrowheads="1"/>
            </p:cNvSpPr>
            <p:nvPr/>
          </p:nvSpPr>
          <p:spPr bwMode="auto">
            <a:xfrm>
              <a:off x="5002" y="951"/>
              <a:ext cx="121" cy="379"/>
            </a:xfrm>
            <a:prstGeom prst="rect">
              <a:avLst/>
            </a:prstGeom>
            <a:solidFill>
              <a:srgbClr val="FF9900"/>
            </a:solidFill>
            <a:ln w="9525">
              <a:noFill/>
              <a:miter lim="800000"/>
              <a:headEnd/>
              <a:tailEnd/>
            </a:ln>
          </p:spPr>
          <p:txBody>
            <a:bodyPr wrap="none" lIns="92075" tIns="46038" rIns="92075" bIns="46038" anchor="ctr"/>
            <a:lstStyle/>
            <a:p>
              <a:endParaRPr lang="en-US"/>
            </a:p>
          </p:txBody>
        </p:sp>
        <p:sp>
          <p:nvSpPr>
            <p:cNvPr id="9" name="Rectangle 11"/>
            <p:cNvSpPr>
              <a:spLocks noChangeArrowheads="1"/>
            </p:cNvSpPr>
            <p:nvPr/>
          </p:nvSpPr>
          <p:spPr bwMode="auto">
            <a:xfrm>
              <a:off x="4915" y="1325"/>
              <a:ext cx="325" cy="588"/>
            </a:xfrm>
            <a:prstGeom prst="rect">
              <a:avLst/>
            </a:prstGeom>
            <a:solidFill>
              <a:srgbClr val="FF9900"/>
            </a:solidFill>
            <a:ln w="9525">
              <a:noFill/>
              <a:miter lim="800000"/>
              <a:headEnd/>
              <a:tailEnd/>
            </a:ln>
          </p:spPr>
          <p:txBody>
            <a:bodyPr wrap="none" lIns="92075" tIns="46038" rIns="92075" bIns="46038" anchor="ctr"/>
            <a:lstStyle/>
            <a:p>
              <a:endParaRPr lang="en-US"/>
            </a:p>
          </p:txBody>
        </p:sp>
      </p:grpSp>
      <p:grpSp>
        <p:nvGrpSpPr>
          <p:cNvPr id="14" name="Group 12"/>
          <p:cNvGrpSpPr>
            <a:grpSpLocks/>
          </p:cNvGrpSpPr>
          <p:nvPr/>
        </p:nvGrpSpPr>
        <p:grpSpPr bwMode="auto">
          <a:xfrm>
            <a:off x="8537575" y="4141788"/>
            <a:ext cx="1817688" cy="2797175"/>
            <a:chOff x="4593" y="2465"/>
            <a:chExt cx="835" cy="1599"/>
          </a:xfrm>
        </p:grpSpPr>
        <p:sp>
          <p:nvSpPr>
            <p:cNvPr id="15" name="Rectangle 13"/>
            <p:cNvSpPr>
              <a:spLocks noChangeArrowheads="1"/>
            </p:cNvSpPr>
            <p:nvPr/>
          </p:nvSpPr>
          <p:spPr bwMode="auto">
            <a:xfrm>
              <a:off x="4954" y="3502"/>
              <a:ext cx="96" cy="96"/>
            </a:xfrm>
            <a:prstGeom prst="rect">
              <a:avLst/>
            </a:prstGeom>
            <a:solidFill>
              <a:srgbClr val="FFCC66"/>
            </a:solidFill>
            <a:ln w="9525">
              <a:noFill/>
              <a:miter lim="800000"/>
              <a:headEnd/>
              <a:tailEnd/>
            </a:ln>
          </p:spPr>
          <p:txBody>
            <a:bodyPr wrap="none" lIns="92075" tIns="46038" rIns="92075" bIns="46038" anchor="ctr"/>
            <a:lstStyle/>
            <a:p>
              <a:endParaRPr lang="en-US"/>
            </a:p>
          </p:txBody>
        </p:sp>
        <p:sp>
          <p:nvSpPr>
            <p:cNvPr id="16" name="Rectangle 14"/>
            <p:cNvSpPr>
              <a:spLocks noChangeArrowheads="1"/>
            </p:cNvSpPr>
            <p:nvPr/>
          </p:nvSpPr>
          <p:spPr bwMode="auto">
            <a:xfrm>
              <a:off x="4865" y="2465"/>
              <a:ext cx="286" cy="887"/>
            </a:xfrm>
            <a:prstGeom prst="rect">
              <a:avLst/>
            </a:prstGeom>
            <a:solidFill>
              <a:srgbClr val="FF9900"/>
            </a:solidFill>
            <a:ln w="9525">
              <a:noFill/>
              <a:miter lim="800000"/>
              <a:headEnd/>
              <a:tailEnd/>
            </a:ln>
          </p:spPr>
          <p:txBody>
            <a:bodyPr wrap="none" lIns="92075" tIns="46038" rIns="92075" bIns="46038" anchor="ctr"/>
            <a:lstStyle/>
            <a:p>
              <a:endParaRPr lang="en-US"/>
            </a:p>
          </p:txBody>
        </p:sp>
        <p:sp>
          <p:nvSpPr>
            <p:cNvPr id="17" name="Rectangle 15"/>
            <p:cNvSpPr>
              <a:spLocks noChangeArrowheads="1"/>
            </p:cNvSpPr>
            <p:nvPr/>
          </p:nvSpPr>
          <p:spPr bwMode="auto">
            <a:xfrm>
              <a:off x="4967" y="3330"/>
              <a:ext cx="79" cy="201"/>
            </a:xfrm>
            <a:prstGeom prst="rect">
              <a:avLst/>
            </a:prstGeom>
            <a:solidFill>
              <a:srgbClr val="FF9900"/>
            </a:solidFill>
            <a:ln w="9525">
              <a:noFill/>
              <a:miter lim="800000"/>
              <a:headEnd/>
              <a:tailEnd/>
            </a:ln>
          </p:spPr>
          <p:txBody>
            <a:bodyPr wrap="none" lIns="92075" tIns="46038" rIns="92075" bIns="46038" anchor="ctr"/>
            <a:lstStyle/>
            <a:p>
              <a:endParaRPr lang="en-US"/>
            </a:p>
          </p:txBody>
        </p:sp>
        <p:sp>
          <p:nvSpPr>
            <p:cNvPr id="18" name="Rectangle 16"/>
            <p:cNvSpPr>
              <a:spLocks noChangeArrowheads="1"/>
            </p:cNvSpPr>
            <p:nvPr/>
          </p:nvSpPr>
          <p:spPr bwMode="auto">
            <a:xfrm>
              <a:off x="4831" y="3352"/>
              <a:ext cx="143" cy="245"/>
            </a:xfrm>
            <a:prstGeom prst="rect">
              <a:avLst/>
            </a:prstGeom>
            <a:solidFill>
              <a:srgbClr val="FFCC66"/>
            </a:solidFill>
            <a:ln w="9525">
              <a:noFill/>
              <a:miter lim="800000"/>
              <a:headEnd/>
              <a:tailEnd/>
            </a:ln>
          </p:spPr>
          <p:txBody>
            <a:bodyPr wrap="none" lIns="92075" tIns="46038" rIns="92075" bIns="46038" anchor="ctr"/>
            <a:lstStyle/>
            <a:p>
              <a:endParaRPr lang="en-US"/>
            </a:p>
          </p:txBody>
        </p:sp>
        <p:grpSp>
          <p:nvGrpSpPr>
            <p:cNvPr id="19" name="Group 17"/>
            <p:cNvGrpSpPr>
              <a:grpSpLocks/>
            </p:cNvGrpSpPr>
            <p:nvPr/>
          </p:nvGrpSpPr>
          <p:grpSpPr bwMode="auto">
            <a:xfrm>
              <a:off x="4593" y="3591"/>
              <a:ext cx="835" cy="473"/>
              <a:chOff x="4417" y="2629"/>
              <a:chExt cx="835" cy="531"/>
            </a:xfrm>
          </p:grpSpPr>
          <p:grpSp>
            <p:nvGrpSpPr>
              <p:cNvPr id="21" name="Group 18"/>
              <p:cNvGrpSpPr>
                <a:grpSpLocks/>
              </p:cNvGrpSpPr>
              <p:nvPr/>
            </p:nvGrpSpPr>
            <p:grpSpPr bwMode="auto">
              <a:xfrm>
                <a:off x="4417" y="2629"/>
                <a:ext cx="835" cy="341"/>
                <a:chOff x="4413" y="2606"/>
                <a:chExt cx="850" cy="356"/>
              </a:xfrm>
            </p:grpSpPr>
            <p:sp>
              <p:nvSpPr>
                <p:cNvPr id="23" name="Rectangle 19"/>
                <p:cNvSpPr>
                  <a:spLocks noChangeArrowheads="1"/>
                </p:cNvSpPr>
                <p:nvPr/>
              </p:nvSpPr>
              <p:spPr bwMode="auto">
                <a:xfrm>
                  <a:off x="4413" y="2606"/>
                  <a:ext cx="840" cy="170"/>
                </a:xfrm>
                <a:prstGeom prst="rect">
                  <a:avLst/>
                </a:prstGeom>
                <a:solidFill>
                  <a:schemeClr val="folHlink"/>
                </a:solidFill>
                <a:ln w="9525">
                  <a:noFill/>
                  <a:miter lim="800000"/>
                  <a:headEnd/>
                  <a:tailEnd/>
                </a:ln>
              </p:spPr>
              <p:txBody>
                <a:bodyPr wrap="none" lIns="92075" tIns="46038" rIns="92075" bIns="46038" anchor="ctr"/>
                <a:lstStyle/>
                <a:p>
                  <a:endParaRPr lang="en-US"/>
                </a:p>
              </p:txBody>
            </p:sp>
            <p:grpSp>
              <p:nvGrpSpPr>
                <p:cNvPr id="24" name="Group 20"/>
                <p:cNvGrpSpPr>
                  <a:grpSpLocks/>
                </p:cNvGrpSpPr>
                <p:nvPr/>
              </p:nvGrpSpPr>
              <p:grpSpPr bwMode="auto">
                <a:xfrm>
                  <a:off x="4422" y="2792"/>
                  <a:ext cx="841" cy="170"/>
                  <a:chOff x="4422" y="2792"/>
                  <a:chExt cx="841" cy="170"/>
                </a:xfrm>
              </p:grpSpPr>
              <p:sp>
                <p:nvSpPr>
                  <p:cNvPr id="25" name="Rectangle 21"/>
                  <p:cNvSpPr>
                    <a:spLocks noChangeArrowheads="1"/>
                  </p:cNvSpPr>
                  <p:nvPr/>
                </p:nvSpPr>
                <p:spPr bwMode="auto">
                  <a:xfrm>
                    <a:off x="4422" y="2799"/>
                    <a:ext cx="432" cy="162"/>
                  </a:xfrm>
                  <a:prstGeom prst="rect">
                    <a:avLst/>
                  </a:prstGeom>
                  <a:solidFill>
                    <a:schemeClr val="folHlink"/>
                  </a:solidFill>
                  <a:ln w="9525">
                    <a:noFill/>
                    <a:miter lim="800000"/>
                    <a:headEnd/>
                    <a:tailEnd/>
                  </a:ln>
                </p:spPr>
                <p:txBody>
                  <a:bodyPr wrap="none" lIns="92075" tIns="46038" rIns="92075" bIns="46038" anchor="ctr"/>
                  <a:lstStyle/>
                  <a:p>
                    <a:endParaRPr lang="en-US"/>
                  </a:p>
                </p:txBody>
              </p:sp>
              <p:sp>
                <p:nvSpPr>
                  <p:cNvPr id="26" name="Rectangle 22"/>
                  <p:cNvSpPr>
                    <a:spLocks noChangeArrowheads="1"/>
                  </p:cNvSpPr>
                  <p:nvPr/>
                </p:nvSpPr>
                <p:spPr bwMode="auto">
                  <a:xfrm>
                    <a:off x="4871" y="2792"/>
                    <a:ext cx="392" cy="170"/>
                  </a:xfrm>
                  <a:prstGeom prst="rect">
                    <a:avLst/>
                  </a:prstGeom>
                  <a:solidFill>
                    <a:schemeClr val="folHlink"/>
                  </a:solidFill>
                  <a:ln w="9525">
                    <a:noFill/>
                    <a:miter lim="800000"/>
                    <a:headEnd/>
                    <a:tailEnd/>
                  </a:ln>
                </p:spPr>
                <p:txBody>
                  <a:bodyPr wrap="none" lIns="92075" tIns="46038" rIns="92075" bIns="46038" anchor="ctr"/>
                  <a:lstStyle/>
                  <a:p>
                    <a:endParaRPr lang="en-US"/>
                  </a:p>
                </p:txBody>
              </p:sp>
            </p:grpSp>
          </p:grpSp>
          <p:sp>
            <p:nvSpPr>
              <p:cNvPr id="22" name="Rectangle 23"/>
              <p:cNvSpPr>
                <a:spLocks noChangeArrowheads="1"/>
              </p:cNvSpPr>
              <p:nvPr/>
            </p:nvSpPr>
            <p:spPr bwMode="auto">
              <a:xfrm>
                <a:off x="4425" y="2997"/>
                <a:ext cx="826" cy="163"/>
              </a:xfrm>
              <a:prstGeom prst="rect">
                <a:avLst/>
              </a:prstGeom>
              <a:solidFill>
                <a:schemeClr val="folHlink"/>
              </a:solidFill>
              <a:ln w="9525">
                <a:noFill/>
                <a:miter lim="800000"/>
                <a:headEnd/>
                <a:tailEnd/>
              </a:ln>
            </p:spPr>
            <p:txBody>
              <a:bodyPr wrap="none" lIns="92075" tIns="46038" rIns="92075" bIns="46038" anchor="ctr"/>
              <a:lstStyle/>
              <a:p>
                <a:endParaRPr lang="en-US"/>
              </a:p>
            </p:txBody>
          </p:sp>
        </p:grpSp>
        <p:sp>
          <p:nvSpPr>
            <p:cNvPr id="20" name="Rectangle 24"/>
            <p:cNvSpPr>
              <a:spLocks noChangeArrowheads="1"/>
            </p:cNvSpPr>
            <p:nvPr/>
          </p:nvSpPr>
          <p:spPr bwMode="auto">
            <a:xfrm>
              <a:off x="5040" y="3353"/>
              <a:ext cx="143" cy="245"/>
            </a:xfrm>
            <a:prstGeom prst="rect">
              <a:avLst/>
            </a:prstGeom>
            <a:solidFill>
              <a:srgbClr val="FFCC66"/>
            </a:solidFill>
            <a:ln w="9525">
              <a:noFill/>
              <a:miter lim="800000"/>
              <a:headEnd/>
              <a:tailEnd/>
            </a:ln>
          </p:spPr>
          <p:txBody>
            <a:bodyPr wrap="none" lIns="92075" tIns="46038" rIns="92075" bIns="46038" anchor="ctr"/>
            <a:lstStyle/>
            <a:p>
              <a:endParaRPr lang="en-US"/>
            </a:p>
          </p:txBody>
        </p:sp>
      </p:grpSp>
      <p:pic>
        <p:nvPicPr>
          <p:cNvPr id="115" name="Picture 5"/>
          <p:cNvPicPr>
            <a:picLocks noChangeAspect="1" noChangeArrowheads="1"/>
          </p:cNvPicPr>
          <p:nvPr/>
        </p:nvPicPr>
        <p:blipFill>
          <a:blip r:embed="rId2" cstate="print"/>
          <a:srcRect/>
          <a:stretch>
            <a:fillRect/>
          </a:stretch>
        </p:blipFill>
        <p:spPr>
          <a:xfrm>
            <a:off x="391022" y="2221189"/>
            <a:ext cx="7541767" cy="4663440"/>
          </a:xfrm>
          <a:prstGeom prst="rect">
            <a:avLst/>
          </a:prstGeom>
        </p:spPr>
      </p:pic>
    </p:spTree>
    <p:extLst>
      <p:ext uri="{BB962C8B-B14F-4D97-AF65-F5344CB8AC3E}">
        <p14:creationId xmlns:p14="http://schemas.microsoft.com/office/powerpoint/2010/main" val="2676346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5"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500" decel="50000" fill="hold">
                                          <p:stCondLst>
                                            <p:cond delay="0"/>
                                          </p:stCondLst>
                                        </p:cTn>
                                        <p:tgtEl>
                                          <p:spTgt spid="14"/>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14"/>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14"/>
                                        </p:tgtEl>
                                        <p:attrNameLst>
                                          <p:attrName>ppt_w</p:attrName>
                                        </p:attrNameLst>
                                      </p:cBhvr>
                                      <p:tavLst>
                                        <p:tav tm="0">
                                          <p:val>
                                            <p:strVal val="#ppt_w*.05"/>
                                          </p:val>
                                        </p:tav>
                                        <p:tav tm="100000">
                                          <p:val>
                                            <p:strVal val="#ppt_w"/>
                                          </p:val>
                                        </p:tav>
                                      </p:tavLst>
                                    </p:anim>
                                    <p:anim calcmode="lin" valueType="num">
                                      <p:cBhvr>
                                        <p:cTn id="15" dur="1000" fill="hold"/>
                                        <p:tgtEl>
                                          <p:spTgt spid="14"/>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14"/>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14"/>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14"/>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115"/>
                                        </p:tgtEl>
                                        <p:attrNameLst>
                                          <p:attrName>style.visibility</p:attrName>
                                        </p:attrNameLst>
                                      </p:cBhvr>
                                      <p:to>
                                        <p:strVal val="visible"/>
                                      </p:to>
                                    </p:set>
                                    <p:animEffect transition="in" filter="box(in)">
                                      <p:cBhvr>
                                        <p:cTn id="24"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531623" y="4222288"/>
            <a:ext cx="3614974" cy="2222005"/>
          </a:xfrm>
          <a:prstGeom prst="rect">
            <a:avLst/>
          </a:prstGeom>
        </p:spPr>
      </p:pic>
      <p:sp>
        <p:nvSpPr>
          <p:cNvPr id="2" name="Title 1"/>
          <p:cNvSpPr>
            <a:spLocks noGrp="1"/>
          </p:cNvSpPr>
          <p:nvPr>
            <p:ph type="title"/>
          </p:nvPr>
        </p:nvSpPr>
        <p:spPr>
          <a:xfrm>
            <a:off x="303907" y="0"/>
            <a:ext cx="8818126" cy="710847"/>
          </a:xfrm>
        </p:spPr>
        <p:txBody>
          <a:bodyPr>
            <a:normAutofit/>
          </a:bodyPr>
          <a:lstStyle/>
          <a:p>
            <a:pPr algn="ctr"/>
            <a:r>
              <a:rPr lang="en-GB" sz="3500" dirty="0">
                <a:solidFill>
                  <a:schemeClr val="tx1"/>
                </a:solidFill>
                <a:latin typeface="Arial Black" panose="020B0A04020102020204" pitchFamily="34" charset="0"/>
              </a:rPr>
              <a:t>Bamboo Treatment</a:t>
            </a:r>
          </a:p>
        </p:txBody>
      </p:sp>
      <p:sp>
        <p:nvSpPr>
          <p:cNvPr id="3" name="Content Placeholder 2"/>
          <p:cNvSpPr>
            <a:spLocks noGrp="1"/>
          </p:cNvSpPr>
          <p:nvPr>
            <p:ph idx="1"/>
          </p:nvPr>
        </p:nvSpPr>
        <p:spPr>
          <a:xfrm>
            <a:off x="139031" y="1161624"/>
            <a:ext cx="10414044" cy="3060664"/>
          </a:xfrm>
        </p:spPr>
        <p:txBody>
          <a:bodyPr>
            <a:normAutofit lnSpcReduction="10000"/>
          </a:bodyPr>
          <a:lstStyle/>
          <a:p>
            <a:pPr>
              <a:buClr>
                <a:srgbClr val="C00000"/>
              </a:buClr>
              <a:buSzPct val="110000"/>
              <a:buFont typeface="Wingdings" panose="05000000000000000000" pitchFamily="2" charset="2"/>
              <a:buChar char="§"/>
            </a:pPr>
            <a:r>
              <a:rPr lang="en-US" sz="2630" dirty="0"/>
              <a:t> </a:t>
            </a:r>
            <a:r>
              <a:rPr lang="en-US" sz="2630" dirty="0">
                <a:solidFill>
                  <a:srgbClr val="0000CC"/>
                </a:solidFill>
                <a:latin typeface="Arial" panose="020B0604020202020204" pitchFamily="34" charset="0"/>
                <a:cs typeface="Arial" panose="020B0604020202020204" pitchFamily="34" charset="0"/>
              </a:rPr>
              <a:t>At least three-years old before harvesting</a:t>
            </a:r>
            <a:r>
              <a:rPr lang="en-US" sz="2630" dirty="0">
                <a:latin typeface="Arial" panose="020B0604020202020204" pitchFamily="34" charset="0"/>
                <a:cs typeface="Arial" panose="020B0604020202020204" pitchFamily="34" charset="0"/>
              </a:rPr>
              <a:t>.</a:t>
            </a:r>
          </a:p>
          <a:p>
            <a:pPr>
              <a:buClr>
                <a:srgbClr val="C00000"/>
              </a:buClr>
              <a:buSzPct val="110000"/>
              <a:buFont typeface="Wingdings" panose="05000000000000000000" pitchFamily="2" charset="2"/>
              <a:buChar char="§"/>
            </a:pPr>
            <a:r>
              <a:rPr lang="en-US" sz="2630" dirty="0">
                <a:latin typeface="Arial" panose="020B0604020202020204" pitchFamily="34" charset="0"/>
                <a:cs typeface="Arial" panose="020B0604020202020204" pitchFamily="34" charset="0"/>
              </a:rPr>
              <a:t> Harvest at the beginning of dry </a:t>
            </a:r>
            <a:r>
              <a:rPr lang="en-US" sz="2630" dirty="0" smtClean="0">
                <a:latin typeface="Arial" panose="020B0604020202020204" pitchFamily="34" charset="0"/>
                <a:cs typeface="Arial" panose="020B0604020202020204" pitchFamily="34" charset="0"/>
              </a:rPr>
              <a:t>Season</a:t>
            </a:r>
            <a:endParaRPr lang="en-US" sz="2630" dirty="0">
              <a:latin typeface="Arial" panose="020B0604020202020204" pitchFamily="34" charset="0"/>
              <a:cs typeface="Arial" panose="020B0604020202020204" pitchFamily="34" charset="0"/>
            </a:endParaRPr>
          </a:p>
          <a:p>
            <a:pPr>
              <a:buClr>
                <a:srgbClr val="C00000"/>
              </a:buClr>
              <a:buSzPct val="110000"/>
              <a:buFont typeface="Wingdings" panose="05000000000000000000" pitchFamily="2" charset="2"/>
              <a:buChar char="§"/>
            </a:pPr>
            <a:r>
              <a:rPr lang="en-US" sz="2630" dirty="0">
                <a:latin typeface="Arial" panose="020B0604020202020204" pitchFamily="34" charset="0"/>
                <a:cs typeface="Arial" panose="020B0604020202020204" pitchFamily="34" charset="0"/>
              </a:rPr>
              <a:t> </a:t>
            </a:r>
            <a:r>
              <a:rPr lang="en-US" sz="2630" dirty="0">
                <a:solidFill>
                  <a:srgbClr val="0000CC"/>
                </a:solidFill>
                <a:latin typeface="Arial" panose="020B0604020202020204" pitchFamily="34" charset="0"/>
                <a:cs typeface="Arial" panose="020B0604020202020204" pitchFamily="34" charset="0"/>
              </a:rPr>
              <a:t>Leave culms standing four to eight weeks in the groves,     propped on stakes or rocks, with branches and leaves uncut so as to increase evaporation surface and diminish insect entry points offered by freshly cut </a:t>
            </a:r>
            <a:r>
              <a:rPr lang="en-US" sz="2630" dirty="0" smtClean="0">
                <a:solidFill>
                  <a:srgbClr val="0000CC"/>
                </a:solidFill>
                <a:latin typeface="Arial" panose="020B0604020202020204" pitchFamily="34" charset="0"/>
                <a:cs typeface="Arial" panose="020B0604020202020204" pitchFamily="34" charset="0"/>
              </a:rPr>
              <a:t>skin</a:t>
            </a:r>
            <a:endParaRPr lang="en-US" sz="2630" dirty="0">
              <a:solidFill>
                <a:srgbClr val="0000CC"/>
              </a:solidFill>
              <a:latin typeface="Arial" panose="020B0604020202020204" pitchFamily="34" charset="0"/>
              <a:cs typeface="Arial" panose="020B0604020202020204" pitchFamily="34" charset="0"/>
            </a:endParaRPr>
          </a:p>
          <a:p>
            <a:pPr marL="83493" indent="0">
              <a:buClr>
                <a:srgbClr val="C00000"/>
              </a:buClr>
              <a:buSzPct val="110000"/>
              <a:buNone/>
            </a:pPr>
            <a:endParaRPr lang="en-US" sz="2630" dirty="0"/>
          </a:p>
        </p:txBody>
      </p:sp>
      <p:sp>
        <p:nvSpPr>
          <p:cNvPr id="7" name="TextBox 6"/>
          <p:cNvSpPr txBox="1"/>
          <p:nvPr/>
        </p:nvSpPr>
        <p:spPr>
          <a:xfrm>
            <a:off x="0" y="4077473"/>
            <a:ext cx="5925883" cy="2805383"/>
          </a:xfrm>
          <a:prstGeom prst="rect">
            <a:avLst/>
          </a:prstGeom>
          <a:noFill/>
        </p:spPr>
        <p:txBody>
          <a:bodyPr wrap="square" rtlCol="0">
            <a:spAutoFit/>
          </a:bodyPr>
          <a:lstStyle/>
          <a:p>
            <a:pPr>
              <a:buClr>
                <a:srgbClr val="C00000"/>
              </a:buClr>
              <a:buSzPct val="110000"/>
            </a:pPr>
            <a:r>
              <a:rPr lang="en-US" sz="2630" b="1" i="1" u="sng" dirty="0"/>
              <a:t>Some of the treatment methods</a:t>
            </a:r>
          </a:p>
          <a:p>
            <a:pPr>
              <a:buClr>
                <a:srgbClr val="C00000"/>
              </a:buClr>
              <a:buSzPct val="110000"/>
              <a:buFont typeface="Wingdings" panose="05000000000000000000" pitchFamily="2" charset="2"/>
              <a:buChar char="§"/>
            </a:pPr>
            <a:r>
              <a:rPr lang="en-US" sz="2500" dirty="0">
                <a:solidFill>
                  <a:srgbClr val="0000CC"/>
                </a:solidFill>
                <a:latin typeface="Arial" panose="020B0604020202020204" pitchFamily="34" charset="0"/>
                <a:cs typeface="Arial" panose="020B0604020202020204" pitchFamily="34" charset="0"/>
              </a:rPr>
              <a:t>Water Leaching </a:t>
            </a:r>
            <a:r>
              <a:rPr lang="en-US" sz="2500" dirty="0" smtClean="0">
                <a:solidFill>
                  <a:srgbClr val="0000CC"/>
                </a:solidFill>
                <a:latin typeface="Arial" panose="020B0604020202020204" pitchFamily="34" charset="0"/>
                <a:cs typeface="Arial" panose="020B0604020202020204" pitchFamily="34" charset="0"/>
              </a:rPr>
              <a:t>method</a:t>
            </a:r>
            <a:r>
              <a:rPr lang="en-US" sz="2500" dirty="0" smtClean="0">
                <a:latin typeface="Arial" panose="020B0604020202020204" pitchFamily="34" charset="0"/>
                <a:cs typeface="Arial" panose="020B0604020202020204" pitchFamily="34" charset="0"/>
              </a:rPr>
              <a:t>:</a:t>
            </a:r>
          </a:p>
          <a:p>
            <a:pPr>
              <a:buClr>
                <a:srgbClr val="C00000"/>
              </a:buClr>
              <a:buSzPct val="110000"/>
            </a:pPr>
            <a:endParaRPr lang="en-US" sz="2500" dirty="0" smtClean="0">
              <a:latin typeface="Arial" panose="020B0604020202020204" pitchFamily="34" charset="0"/>
              <a:cs typeface="Arial" panose="020B0604020202020204" pitchFamily="34" charset="0"/>
            </a:endParaRPr>
          </a:p>
          <a:p>
            <a:pPr>
              <a:buClr>
                <a:srgbClr val="C00000"/>
              </a:buClr>
              <a:buSzPct val="110000"/>
            </a:pPr>
            <a:r>
              <a:rPr lang="en-US" sz="2500" dirty="0" smtClean="0">
                <a:latin typeface="Arial" panose="020B0604020202020204" pitchFamily="34" charset="0"/>
                <a:cs typeface="Arial" panose="020B0604020202020204" pitchFamily="34" charset="0"/>
              </a:rPr>
              <a:t>Put </a:t>
            </a:r>
            <a:r>
              <a:rPr lang="en-US" sz="2500" dirty="0">
                <a:latin typeface="Arial" panose="020B0604020202020204" pitchFamily="34" charset="0"/>
                <a:cs typeface="Arial" panose="020B0604020202020204" pitchFamily="34" charset="0"/>
              </a:rPr>
              <a:t>bamboo completely under     water,    weighted   down in water, preferably  in  a in running water than Stagnant water . </a:t>
            </a:r>
            <a:r>
              <a:rPr lang="en-GB" sz="2500" dirty="0">
                <a:latin typeface="Arial" panose="020B0604020202020204" pitchFamily="34" charset="0"/>
                <a:cs typeface="Arial" panose="020B0604020202020204" pitchFamily="34" charset="0"/>
              </a:rPr>
              <a:t>`</a:t>
            </a:r>
          </a:p>
        </p:txBody>
      </p:sp>
      <p:sp>
        <p:nvSpPr>
          <p:cNvPr id="6" name="TextBox 5"/>
          <p:cNvSpPr txBox="1"/>
          <p:nvPr/>
        </p:nvSpPr>
        <p:spPr>
          <a:xfrm>
            <a:off x="7285868" y="6451969"/>
            <a:ext cx="2860729" cy="430887"/>
          </a:xfrm>
          <a:prstGeom prst="rect">
            <a:avLst/>
          </a:prstGeom>
          <a:noFill/>
        </p:spPr>
        <p:txBody>
          <a:bodyPr wrap="square" rtlCol="0">
            <a:spAutoFit/>
          </a:bodyPr>
          <a:lstStyle/>
          <a:p>
            <a:pPr algn="r">
              <a:buClr>
                <a:schemeClr val="accent6">
                  <a:lumMod val="50000"/>
                </a:schemeClr>
              </a:buClr>
              <a:buSzPct val="110000"/>
            </a:pPr>
            <a:r>
              <a:rPr lang="en-US" sz="2200" i="1" dirty="0">
                <a:solidFill>
                  <a:srgbClr val="FF0000"/>
                </a:solidFill>
              </a:rPr>
              <a:t>Reference NBC 204</a:t>
            </a:r>
          </a:p>
        </p:txBody>
      </p:sp>
      <p:sp>
        <p:nvSpPr>
          <p:cNvPr id="8" name="Slide Number Placeholder 7"/>
          <p:cNvSpPr>
            <a:spLocks noGrp="1"/>
          </p:cNvSpPr>
          <p:nvPr>
            <p:ph type="sldNum" sz="quarter" idx="12"/>
          </p:nvPr>
        </p:nvSpPr>
        <p:spPr/>
        <p:txBody>
          <a:bodyPr/>
          <a:lstStyle/>
          <a:p>
            <a:fld id="{4DED8F11-E02F-4D3E-85B4-F4AEDD07F0EA}" type="slidenum">
              <a:rPr lang="en-US" smtClean="0"/>
              <a:t>8</a:t>
            </a:fld>
            <a:endParaRPr lang="en-US"/>
          </a:p>
        </p:txBody>
      </p:sp>
    </p:spTree>
    <p:extLst>
      <p:ext uri="{BB962C8B-B14F-4D97-AF65-F5344CB8AC3E}">
        <p14:creationId xmlns:p14="http://schemas.microsoft.com/office/powerpoint/2010/main" val="4698974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690" y="0"/>
            <a:ext cx="8907198" cy="695424"/>
          </a:xfrm>
        </p:spPr>
        <p:txBody>
          <a:bodyPr>
            <a:normAutofit/>
          </a:bodyPr>
          <a:lstStyle/>
          <a:p>
            <a:pPr algn="ctr"/>
            <a:r>
              <a:rPr lang="en-GB" sz="3200" dirty="0" smtClean="0">
                <a:solidFill>
                  <a:schemeClr val="tx1"/>
                </a:solidFill>
                <a:latin typeface="Arial Black" panose="020B0A04020102020204" pitchFamily="34" charset="0"/>
              </a:rPr>
              <a:t>Bamboo Treatment Contd</a:t>
            </a:r>
            <a:r>
              <a:rPr lang="en-GB" sz="3200" dirty="0" smtClean="0"/>
              <a:t>.</a:t>
            </a:r>
            <a:endParaRPr lang="en-GB" sz="3200" dirty="0"/>
          </a:p>
        </p:txBody>
      </p:sp>
      <p:sp>
        <p:nvSpPr>
          <p:cNvPr id="3" name="Content Placeholder 2"/>
          <p:cNvSpPr>
            <a:spLocks noGrp="1"/>
          </p:cNvSpPr>
          <p:nvPr>
            <p:ph idx="1"/>
          </p:nvPr>
        </p:nvSpPr>
        <p:spPr>
          <a:xfrm>
            <a:off x="144689" y="977298"/>
            <a:ext cx="10348425" cy="6053089"/>
          </a:xfrm>
        </p:spPr>
        <p:txBody>
          <a:bodyPr>
            <a:noAutofit/>
          </a:bodyPr>
          <a:lstStyle/>
          <a:p>
            <a:pPr>
              <a:buClr>
                <a:srgbClr val="C00000"/>
              </a:buClr>
              <a:buSzPct val="110000"/>
              <a:buFont typeface="Wingdings" panose="05000000000000000000" pitchFamily="2" charset="2"/>
              <a:buChar char="§"/>
            </a:pPr>
            <a:endParaRPr lang="en-US" sz="2630" dirty="0" smtClean="0"/>
          </a:p>
          <a:p>
            <a:pPr>
              <a:buClr>
                <a:srgbClr val="C00000"/>
              </a:buClr>
              <a:buSzPct val="110000"/>
              <a:buFont typeface="Wingdings" panose="05000000000000000000" pitchFamily="2" charset="2"/>
              <a:buChar char="§"/>
            </a:pPr>
            <a:endParaRPr lang="en-US" sz="2630" dirty="0"/>
          </a:p>
          <a:p>
            <a:pPr>
              <a:buClr>
                <a:srgbClr val="C00000"/>
              </a:buClr>
              <a:buSzPct val="110000"/>
              <a:buFont typeface="Wingdings" panose="05000000000000000000" pitchFamily="2" charset="2"/>
              <a:buChar char="§"/>
            </a:pPr>
            <a:r>
              <a:rPr lang="en-US" sz="2630" dirty="0" smtClean="0"/>
              <a:t> </a:t>
            </a:r>
            <a:r>
              <a:rPr lang="en-US" sz="2300" dirty="0" smtClean="0">
                <a:solidFill>
                  <a:srgbClr val="0000CC"/>
                </a:solidFill>
                <a:latin typeface="Arial" panose="020B0604020202020204" pitchFamily="34" charset="0"/>
                <a:cs typeface="Arial" panose="020B0604020202020204" pitchFamily="34" charset="0"/>
              </a:rPr>
              <a:t>White </a:t>
            </a:r>
            <a:r>
              <a:rPr lang="en-US" sz="2300" dirty="0">
                <a:solidFill>
                  <a:srgbClr val="0000CC"/>
                </a:solidFill>
                <a:latin typeface="Arial" panose="020B0604020202020204" pitchFamily="34" charset="0"/>
                <a:cs typeface="Arial" panose="020B0604020202020204" pitchFamily="34" charset="0"/>
              </a:rPr>
              <a:t>Wash and Other Coatings</a:t>
            </a:r>
            <a:r>
              <a:rPr lang="en-US" sz="2300" dirty="0">
                <a:latin typeface="Arial" panose="020B0604020202020204" pitchFamily="34" charset="0"/>
                <a:cs typeface="Arial" panose="020B0604020202020204" pitchFamily="34" charset="0"/>
              </a:rPr>
              <a:t>:</a:t>
            </a:r>
          </a:p>
          <a:p>
            <a:pPr>
              <a:buClr>
                <a:schemeClr val="accent6">
                  <a:lumMod val="50000"/>
                </a:schemeClr>
              </a:buClr>
              <a:buFont typeface="Calibri" panose="020F0502020204030204" pitchFamily="34" charset="0"/>
              <a:buChar char="—"/>
            </a:pPr>
            <a:r>
              <a:rPr lang="en-GB" sz="2300" dirty="0">
                <a:latin typeface="Arial" panose="020B0604020202020204" pitchFamily="34" charset="0"/>
                <a:cs typeface="Arial" panose="020B0604020202020204" pitchFamily="34" charset="0"/>
              </a:rPr>
              <a:t> Tar coating</a:t>
            </a:r>
          </a:p>
          <a:p>
            <a:pPr>
              <a:buClr>
                <a:schemeClr val="accent6">
                  <a:lumMod val="50000"/>
                </a:schemeClr>
              </a:buClr>
              <a:buFont typeface="Calibri" panose="020F0502020204030204" pitchFamily="34" charset="0"/>
              <a:buChar char="—"/>
            </a:pPr>
            <a:r>
              <a:rPr lang="en-GB" sz="2300" dirty="0">
                <a:latin typeface="Arial" panose="020B0604020202020204" pitchFamily="34" charset="0"/>
                <a:cs typeface="Arial" panose="020B0604020202020204" pitchFamily="34" charset="0"/>
              </a:rPr>
              <a:t> Lime wash  coating</a:t>
            </a:r>
          </a:p>
          <a:p>
            <a:pPr marL="83493" indent="0">
              <a:buNone/>
            </a:pPr>
            <a:r>
              <a:rPr lang="en-GB" sz="2300" i="1" dirty="0">
                <a:solidFill>
                  <a:srgbClr val="C00000"/>
                </a:solidFill>
                <a:latin typeface="Arial" panose="020B0604020202020204" pitchFamily="34" charset="0"/>
                <a:cs typeface="Arial" panose="020B0604020202020204" pitchFamily="34" charset="0"/>
              </a:rPr>
              <a:t>Note: </a:t>
            </a:r>
            <a:r>
              <a:rPr lang="en-US" sz="2300" i="1" dirty="0">
                <a:solidFill>
                  <a:srgbClr val="C00000"/>
                </a:solidFill>
                <a:latin typeface="Arial" panose="020B0604020202020204" pitchFamily="34" charset="0"/>
                <a:cs typeface="Arial" panose="020B0604020202020204" pitchFamily="34" charset="0"/>
              </a:rPr>
              <a:t>these are effective only to the extent that they gave   continuous     coating at cut surfaces, exposed internodes, abrasion and slits.  </a:t>
            </a:r>
          </a:p>
          <a:p>
            <a:pPr>
              <a:buClr>
                <a:schemeClr val="accent6">
                  <a:lumMod val="50000"/>
                </a:schemeClr>
              </a:buClr>
              <a:buFont typeface="Calibri" panose="020F0502020204030204" pitchFamily="34" charset="0"/>
              <a:buChar char="—"/>
            </a:pPr>
            <a:endParaRPr lang="en-US" sz="2300" dirty="0" smtClean="0">
              <a:latin typeface="Arial" panose="020B0604020202020204" pitchFamily="34" charset="0"/>
              <a:cs typeface="Arial" panose="020B0604020202020204" pitchFamily="34" charset="0"/>
            </a:endParaRPr>
          </a:p>
          <a:p>
            <a:pPr>
              <a:buClr>
                <a:schemeClr val="accent6">
                  <a:lumMod val="50000"/>
                </a:schemeClr>
              </a:buClr>
              <a:buFont typeface="Calibri" panose="020F0502020204030204" pitchFamily="34" charset="0"/>
              <a:buChar char="—"/>
            </a:pPr>
            <a:endParaRPr lang="en-US" sz="2300" dirty="0">
              <a:latin typeface="Arial" panose="020B0604020202020204" pitchFamily="34" charset="0"/>
              <a:cs typeface="Arial" panose="020B0604020202020204" pitchFamily="34" charset="0"/>
            </a:endParaRPr>
          </a:p>
          <a:p>
            <a:pPr marL="83493" indent="0" algn="ctr">
              <a:buNone/>
            </a:pPr>
            <a:r>
              <a:rPr lang="en-US" sz="2630" i="1" dirty="0">
                <a:solidFill>
                  <a:srgbClr val="0070C0"/>
                </a:solidFill>
              </a:rPr>
              <a:t>                                                                                        </a:t>
            </a:r>
            <a:r>
              <a:rPr lang="en-US" sz="2630" i="1" dirty="0" smtClean="0">
                <a:solidFill>
                  <a:srgbClr val="0070C0"/>
                </a:solidFill>
              </a:rPr>
              <a:t> </a:t>
            </a:r>
            <a:endParaRPr lang="en-US" sz="2630" dirty="0"/>
          </a:p>
          <a:p>
            <a:pPr marL="83493" indent="0">
              <a:buNone/>
            </a:pPr>
            <a:r>
              <a:rPr lang="en-US" sz="2338" i="1" dirty="0">
                <a:solidFill>
                  <a:schemeClr val="accent2"/>
                </a:solidFill>
              </a:rPr>
              <a:t> </a:t>
            </a:r>
          </a:p>
          <a:p>
            <a:pPr marL="83493" indent="0">
              <a:buNone/>
            </a:pPr>
            <a:endParaRPr lang="en-GB" sz="2338" i="1" dirty="0">
              <a:solidFill>
                <a:schemeClr val="accent2"/>
              </a:solidFill>
            </a:endParaRPr>
          </a:p>
          <a:p>
            <a:pPr>
              <a:buFont typeface="Wingdings" panose="05000000000000000000" pitchFamily="2" charset="2"/>
              <a:buChar char="v"/>
            </a:pPr>
            <a:endParaRPr lang="en-GB" sz="2630" dirty="0"/>
          </a:p>
        </p:txBody>
      </p:sp>
      <p:sp>
        <p:nvSpPr>
          <p:cNvPr id="5" name="Slide Number Placeholder 4"/>
          <p:cNvSpPr>
            <a:spLocks noGrp="1"/>
          </p:cNvSpPr>
          <p:nvPr>
            <p:ph type="sldNum" sz="quarter" idx="12"/>
          </p:nvPr>
        </p:nvSpPr>
        <p:spPr/>
        <p:txBody>
          <a:bodyPr/>
          <a:lstStyle/>
          <a:p>
            <a:fld id="{4DED8F11-E02F-4D3E-85B4-F4AEDD07F0EA}" type="slidenum">
              <a:rPr lang="en-US" smtClean="0"/>
              <a:t>9</a:t>
            </a:fld>
            <a:endParaRPr lang="en-US"/>
          </a:p>
        </p:txBody>
      </p:sp>
    </p:spTree>
    <p:extLst>
      <p:ext uri="{BB962C8B-B14F-4D97-AF65-F5344CB8AC3E}">
        <p14:creationId xmlns:p14="http://schemas.microsoft.com/office/powerpoint/2010/main" val="5113790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3969" t="2791" r="266" b="13020"/>
          <a:stretch/>
        </p:blipFill>
        <p:spPr>
          <a:xfrm>
            <a:off x="6738041" y="1377201"/>
            <a:ext cx="3800695" cy="2103120"/>
          </a:xfrm>
          <a:prstGeom prst="rect">
            <a:avLst/>
          </a:prstGeom>
        </p:spPr>
      </p:pic>
      <p:sp>
        <p:nvSpPr>
          <p:cNvPr id="2" name="Title 1"/>
          <p:cNvSpPr>
            <a:spLocks noGrp="1"/>
          </p:cNvSpPr>
          <p:nvPr>
            <p:ph type="title"/>
          </p:nvPr>
        </p:nvSpPr>
        <p:spPr>
          <a:xfrm>
            <a:off x="316178" y="-215583"/>
            <a:ext cx="8805855" cy="1204819"/>
          </a:xfrm>
        </p:spPr>
        <p:txBody>
          <a:bodyPr>
            <a:normAutofit/>
          </a:bodyPr>
          <a:lstStyle/>
          <a:p>
            <a:pPr algn="ctr"/>
            <a:r>
              <a:rPr lang="en-GB" sz="3200" dirty="0">
                <a:solidFill>
                  <a:schemeClr val="tx1"/>
                </a:solidFill>
                <a:latin typeface="Arial Black" panose="020B0A04020102020204" pitchFamily="34" charset="0"/>
              </a:rPr>
              <a:t>Bamboo Treatment Contd</a:t>
            </a:r>
            <a:r>
              <a:rPr lang="en-GB" sz="3200" dirty="0"/>
              <a:t>.</a:t>
            </a:r>
            <a:endParaRPr lang="en-US" sz="3200" dirty="0"/>
          </a:p>
        </p:txBody>
      </p:sp>
      <p:sp>
        <p:nvSpPr>
          <p:cNvPr id="3" name="Content Placeholder 2"/>
          <p:cNvSpPr>
            <a:spLocks noGrp="1"/>
          </p:cNvSpPr>
          <p:nvPr>
            <p:ph idx="1"/>
          </p:nvPr>
        </p:nvSpPr>
        <p:spPr>
          <a:xfrm>
            <a:off x="316178" y="1692101"/>
            <a:ext cx="7068752" cy="4631716"/>
          </a:xfrm>
        </p:spPr>
        <p:txBody>
          <a:bodyPr>
            <a:normAutofit lnSpcReduction="10000"/>
          </a:bodyPr>
          <a:lstStyle/>
          <a:p>
            <a:pPr fontAlgn="base">
              <a:buClr>
                <a:srgbClr val="C00000"/>
              </a:buClr>
            </a:pPr>
            <a:r>
              <a:rPr lang="en-US" b="1" u="sng" dirty="0">
                <a:solidFill>
                  <a:srgbClr val="0000CC"/>
                </a:solidFill>
                <a:latin typeface="Arial" panose="020B0604020202020204" pitchFamily="34" charset="0"/>
                <a:cs typeface="Arial" panose="020B0604020202020204" pitchFamily="34" charset="0"/>
              </a:rPr>
              <a:t>Boric-Borax Solution</a:t>
            </a:r>
          </a:p>
          <a:p>
            <a:pPr>
              <a:buClr>
                <a:schemeClr val="tx1"/>
              </a:buClr>
              <a:buSzPct val="130000"/>
              <a:buFont typeface="Symbol" panose="05050102010706020507" pitchFamily="18" charset="2"/>
              <a:buChar char=""/>
            </a:pPr>
            <a:r>
              <a:rPr lang="en-US" dirty="0" smtClean="0">
                <a:latin typeface="Arial" panose="020B0604020202020204" pitchFamily="34" charset="0"/>
                <a:cs typeface="Arial" panose="020B0604020202020204" pitchFamily="34" charset="0"/>
              </a:rPr>
              <a:t>Place the bamboo against wall &amp; insert the iron rod punch holes through the nodes. Make sure the last nodes is not punctured.</a:t>
            </a:r>
          </a:p>
          <a:p>
            <a:pPr>
              <a:buClr>
                <a:srgbClr val="FF0000"/>
              </a:buClr>
            </a:pPr>
            <a:endParaRPr lang="en-US" dirty="0" smtClean="0">
              <a:latin typeface="Arial" panose="020B0604020202020204" pitchFamily="34" charset="0"/>
              <a:cs typeface="Arial" panose="020B0604020202020204" pitchFamily="34" charset="0"/>
            </a:endParaRPr>
          </a:p>
          <a:p>
            <a:pPr>
              <a:buClrTx/>
              <a:buSzPct val="130000"/>
              <a:buFont typeface="Symbol" panose="05050102010706020507" pitchFamily="18" charset="2"/>
              <a:buChar char="-"/>
            </a:pPr>
            <a:r>
              <a:rPr lang="en-US" dirty="0">
                <a:latin typeface="Arial" panose="020B0604020202020204" pitchFamily="34" charset="0"/>
                <a:cs typeface="Arial" panose="020B0604020202020204" pitchFamily="34" charset="0"/>
              </a:rPr>
              <a:t>Prepare  Boric-Borax Solution or Tim-</a:t>
            </a:r>
            <a:r>
              <a:rPr lang="en-US" dirty="0" err="1">
                <a:latin typeface="Arial" panose="020B0604020202020204" pitchFamily="34" charset="0"/>
                <a:cs typeface="Arial" panose="020B0604020202020204" pitchFamily="34" charset="0"/>
              </a:rPr>
              <a:t>bor</a:t>
            </a:r>
            <a:r>
              <a:rPr lang="en-US" dirty="0">
                <a:latin typeface="Arial" panose="020B0604020202020204" pitchFamily="34" charset="0"/>
                <a:cs typeface="Arial" panose="020B0604020202020204" pitchFamily="34" charset="0"/>
              </a:rPr>
              <a:t> Solution</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a:t>
            </a:r>
            <a:r>
              <a:rPr lang="en-US" sz="2000" i="1" dirty="0" smtClean="0">
                <a:latin typeface="Arial" panose="020B0604020202020204" pitchFamily="34" charset="0"/>
                <a:cs typeface="Arial" panose="020B0604020202020204" pitchFamily="34" charset="0"/>
              </a:rPr>
              <a:t>(Normally Mix ratio Boric Acid and Borax is 1:1.5 with        water for Boric -Solution)</a:t>
            </a:r>
          </a:p>
          <a:p>
            <a:pPr>
              <a:buFont typeface="Wingdings" panose="05000000000000000000" pitchFamily="2" charset="2"/>
              <a:buChar char="Ø"/>
            </a:pPr>
            <a:r>
              <a:rPr lang="en-US" sz="2000" i="1" dirty="0" smtClean="0">
                <a:latin typeface="Arial" panose="020B0604020202020204" pitchFamily="34" charset="0"/>
                <a:cs typeface="Arial" panose="020B0604020202020204" pitchFamily="34" charset="0"/>
              </a:rPr>
              <a:t>  Mix 1 bag of  Tim-</a:t>
            </a:r>
            <a:r>
              <a:rPr lang="en-US" sz="2000" i="1" dirty="0" err="1" smtClean="0">
                <a:latin typeface="Arial" panose="020B0604020202020204" pitchFamily="34" charset="0"/>
                <a:cs typeface="Arial" panose="020B0604020202020204" pitchFamily="34" charset="0"/>
              </a:rPr>
              <a:t>bor</a:t>
            </a:r>
            <a:r>
              <a:rPr lang="en-US" sz="2000" i="1" dirty="0" smtClean="0">
                <a:latin typeface="Arial" panose="020B0604020202020204" pitchFamily="34" charset="0"/>
                <a:cs typeface="Arial" panose="020B0604020202020204" pitchFamily="34" charset="0"/>
              </a:rPr>
              <a:t> (25kg) with 225 </a:t>
            </a:r>
            <a:r>
              <a:rPr lang="en-US" sz="2000" i="1" dirty="0" err="1" smtClean="0">
                <a:latin typeface="Arial" panose="020B0604020202020204" pitchFamily="34" charset="0"/>
                <a:cs typeface="Arial" panose="020B0604020202020204" pitchFamily="34" charset="0"/>
              </a:rPr>
              <a:t>litres</a:t>
            </a:r>
            <a:r>
              <a:rPr lang="en-US" sz="2000" i="1" dirty="0" smtClean="0">
                <a:latin typeface="Arial" panose="020B0604020202020204" pitchFamily="34" charset="0"/>
                <a:cs typeface="Arial" panose="020B0604020202020204" pitchFamily="34" charset="0"/>
              </a:rPr>
              <a:t> of water for </a:t>
            </a:r>
            <a:r>
              <a:rPr lang="en-US" sz="2000" i="1" dirty="0" err="1" smtClean="0">
                <a:latin typeface="Arial" panose="020B0604020202020204" pitchFamily="34" charset="0"/>
                <a:cs typeface="Arial" panose="020B0604020202020204" pitchFamily="34" charset="0"/>
              </a:rPr>
              <a:t>tim</a:t>
            </a:r>
            <a:r>
              <a:rPr lang="en-US" sz="2000" i="1" dirty="0" smtClean="0">
                <a:latin typeface="Arial" panose="020B0604020202020204" pitchFamily="34" charset="0"/>
                <a:cs typeface="Arial" panose="020B0604020202020204" pitchFamily="34" charset="0"/>
              </a:rPr>
              <a:t> bar solution.</a:t>
            </a:r>
          </a:p>
          <a:p>
            <a:pPr>
              <a:buFont typeface="Wingdings" panose="05000000000000000000" pitchFamily="2" charset="2"/>
              <a:buChar char="Ø"/>
            </a:pPr>
            <a:endParaRPr lang="en-US" sz="2000" i="1" dirty="0"/>
          </a:p>
        </p:txBody>
      </p:sp>
      <p:sp>
        <p:nvSpPr>
          <p:cNvPr id="4" name="Slide Number Placeholder 3"/>
          <p:cNvSpPr>
            <a:spLocks noGrp="1"/>
          </p:cNvSpPr>
          <p:nvPr>
            <p:ph type="sldNum" sz="quarter" idx="12"/>
          </p:nvPr>
        </p:nvSpPr>
        <p:spPr/>
        <p:txBody>
          <a:bodyPr/>
          <a:lstStyle/>
          <a:p>
            <a:fld id="{4DED8F11-E02F-4D3E-85B4-F4AEDD07F0EA}" type="slidenum">
              <a:rPr lang="en-US" smtClean="0"/>
              <a:t>10</a:t>
            </a:fld>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0830" y="3731457"/>
            <a:ext cx="2337209" cy="3017520"/>
          </a:xfrm>
          <a:prstGeom prst="rect">
            <a:avLst/>
          </a:prstGeom>
        </p:spPr>
      </p:pic>
    </p:spTree>
    <p:extLst>
      <p:ext uri="{BB962C8B-B14F-4D97-AF65-F5344CB8AC3E}">
        <p14:creationId xmlns:p14="http://schemas.microsoft.com/office/powerpoint/2010/main" val="6639750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22631" r="16721" b="44320"/>
          <a:stretch/>
        </p:blipFill>
        <p:spPr>
          <a:xfrm>
            <a:off x="7060366" y="4069265"/>
            <a:ext cx="3746668" cy="2286000"/>
          </a:xfrm>
          <a:prstGeom prst="rect">
            <a:avLst/>
          </a:prstGeom>
        </p:spPr>
      </p:pic>
      <p:sp>
        <p:nvSpPr>
          <p:cNvPr id="2" name="Title 1"/>
          <p:cNvSpPr>
            <a:spLocks noGrp="1"/>
          </p:cNvSpPr>
          <p:nvPr>
            <p:ph type="title"/>
          </p:nvPr>
        </p:nvSpPr>
        <p:spPr>
          <a:xfrm>
            <a:off x="-683316" y="-361355"/>
            <a:ext cx="8818126" cy="1204819"/>
          </a:xfrm>
        </p:spPr>
        <p:txBody>
          <a:bodyPr>
            <a:normAutofit/>
          </a:bodyPr>
          <a:lstStyle/>
          <a:p>
            <a:pPr algn="ctr"/>
            <a:r>
              <a:rPr lang="en-GB" sz="3200" dirty="0">
                <a:solidFill>
                  <a:schemeClr val="tx1"/>
                </a:solidFill>
                <a:latin typeface="Arial Black" panose="020B0A04020102020204" pitchFamily="34" charset="0"/>
              </a:rPr>
              <a:t>Bamboo Treatment Contd</a:t>
            </a:r>
            <a:r>
              <a:rPr lang="en-GB" sz="3200" dirty="0"/>
              <a:t>.</a:t>
            </a:r>
            <a:endParaRPr lang="en-US" sz="3200" dirty="0"/>
          </a:p>
        </p:txBody>
      </p:sp>
      <p:sp>
        <p:nvSpPr>
          <p:cNvPr id="3" name="Content Placeholder 2"/>
          <p:cNvSpPr>
            <a:spLocks noGrp="1"/>
          </p:cNvSpPr>
          <p:nvPr>
            <p:ph idx="1"/>
          </p:nvPr>
        </p:nvSpPr>
        <p:spPr>
          <a:xfrm>
            <a:off x="496060" y="1684906"/>
            <a:ext cx="6459375" cy="5205279"/>
          </a:xfrm>
        </p:spPr>
        <p:txBody>
          <a:bodyPr/>
          <a:lstStyle/>
          <a:p>
            <a:pPr>
              <a:buClrTx/>
              <a:buSzPct val="130000"/>
              <a:buFont typeface="Symbol" panose="05050102010706020507" pitchFamily="18" charset="2"/>
              <a:buChar char="-"/>
            </a:pPr>
            <a:r>
              <a:rPr lang="en-US" dirty="0" smtClean="0">
                <a:latin typeface="Arial" panose="020B0604020202020204" pitchFamily="34" charset="0"/>
                <a:cs typeface="Arial" panose="020B0604020202020204" pitchFamily="34" charset="0"/>
              </a:rPr>
              <a:t>Fill the bamboo with this Solution by arranging bamboo in vertical  position and allow the soak for two  weeks.</a:t>
            </a:r>
          </a:p>
          <a:p>
            <a:pPr algn="ctr">
              <a:buClrTx/>
              <a:buSzPct val="130000"/>
              <a:buFont typeface="Symbol" panose="05050102010706020507" pitchFamily="18" charset="2"/>
              <a:buChar char="-"/>
            </a:pPr>
            <a:r>
              <a:rPr lang="en-US" dirty="0">
                <a:solidFill>
                  <a:srgbClr val="6600FF"/>
                </a:solidFill>
                <a:latin typeface="Arial" panose="020B0604020202020204" pitchFamily="34" charset="0"/>
                <a:cs typeface="Arial" panose="020B0604020202020204" pitchFamily="34" charset="0"/>
              </a:rPr>
              <a:t> </a:t>
            </a:r>
            <a:r>
              <a:rPr lang="en-US" dirty="0" smtClean="0">
                <a:solidFill>
                  <a:srgbClr val="6600FF"/>
                </a:solidFill>
                <a:latin typeface="Arial" panose="020B0604020202020204" pitchFamily="34" charset="0"/>
                <a:cs typeface="Arial" panose="020B0604020202020204" pitchFamily="34" charset="0"/>
              </a:rPr>
              <a:t>    Or</a:t>
            </a:r>
          </a:p>
          <a:p>
            <a:pPr>
              <a:buClrTx/>
              <a:buSzPct val="130000"/>
              <a:buFont typeface="Symbol" panose="05050102010706020507" pitchFamily="18" charset="2"/>
              <a:buChar char="-"/>
            </a:pPr>
            <a:r>
              <a:rPr lang="en-US" dirty="0" smtClean="0">
                <a:latin typeface="Arial" panose="020B0604020202020204" pitchFamily="34" charset="0"/>
                <a:cs typeface="Arial" panose="020B0604020202020204" pitchFamily="34" charset="0"/>
              </a:rPr>
              <a:t>Add Borate Solution to water tight </a:t>
            </a:r>
            <a:r>
              <a:rPr lang="en-US" dirty="0">
                <a:latin typeface="Arial" panose="020B0604020202020204" pitchFamily="34" charset="0"/>
                <a:cs typeface="Arial" panose="020B0604020202020204" pitchFamily="34" charset="0"/>
              </a:rPr>
              <a:t>pool </a:t>
            </a:r>
            <a:r>
              <a:rPr lang="en-US" dirty="0" smtClean="0">
                <a:latin typeface="Arial" panose="020B0604020202020204" pitchFamily="34" charset="0"/>
                <a:cs typeface="Arial" panose="020B0604020202020204" pitchFamily="34" charset="0"/>
              </a:rPr>
              <a:t>and keep </a:t>
            </a:r>
            <a:r>
              <a:rPr lang="en-US" dirty="0">
                <a:latin typeface="Arial" panose="020B0604020202020204" pitchFamily="34" charset="0"/>
                <a:cs typeface="Arial" panose="020B0604020202020204" pitchFamily="34" charset="0"/>
              </a:rPr>
              <a:t>the culms submerged by placing weights on top of the </a:t>
            </a:r>
            <a:r>
              <a:rPr lang="en-US" dirty="0" smtClean="0">
                <a:latin typeface="Arial" panose="020B0604020202020204" pitchFamily="34" charset="0"/>
                <a:cs typeface="Arial" panose="020B0604020202020204" pitchFamily="34" charset="0"/>
              </a:rPr>
              <a:t>poles for two weeks.</a:t>
            </a:r>
          </a:p>
          <a:p>
            <a:pPr algn="ctr">
              <a:buClrTx/>
              <a:buSzPct val="130000"/>
              <a:buFont typeface="Symbol" panose="05050102010706020507" pitchFamily="18" charset="2"/>
              <a:buChar char="-"/>
            </a:pPr>
            <a:endParaRPr lang="en-US" dirty="0">
              <a:latin typeface="Arial" panose="020B0604020202020204" pitchFamily="34" charset="0"/>
              <a:cs typeface="Arial" panose="020B0604020202020204" pitchFamily="34" charset="0"/>
            </a:endParaRPr>
          </a:p>
          <a:p>
            <a:pPr>
              <a:buClrTx/>
              <a:buSzPct val="130000"/>
              <a:buFont typeface="Symbol" panose="05050102010706020507" pitchFamily="18" charset="2"/>
              <a:buChar char="-"/>
            </a:pPr>
            <a:r>
              <a:rPr lang="en-US" dirty="0" smtClean="0">
                <a:latin typeface="Arial" panose="020B0604020202020204" pitchFamily="34" charset="0"/>
                <a:cs typeface="Arial" panose="020B0604020202020204" pitchFamily="34" charset="0"/>
              </a:rPr>
              <a:t>Remove all  solution from poles and  allow the Bamboo to dry on Prone Position for 4-6 weeks</a:t>
            </a:r>
          </a:p>
          <a:p>
            <a:pPr algn="ctr">
              <a:buClrTx/>
              <a:buSzPct val="130000"/>
              <a:buFont typeface="Symbol" panose="05050102010706020507" pitchFamily="18" charset="2"/>
              <a:buChar char="-"/>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4DED8F11-E02F-4D3E-85B4-F4AEDD07F0EA}" type="slidenum">
              <a:rPr lang="en-US" smtClean="0"/>
              <a:t>11</a:t>
            </a:fld>
            <a:endParaRPr lang="en-US"/>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34810" y="0"/>
            <a:ext cx="2438400" cy="3657600"/>
          </a:xfrm>
          <a:prstGeom prst="rect">
            <a:avLst/>
          </a:prstGeom>
        </p:spPr>
      </p:pic>
    </p:spTree>
    <p:extLst>
      <p:ext uri="{BB962C8B-B14F-4D97-AF65-F5344CB8AC3E}">
        <p14:creationId xmlns:p14="http://schemas.microsoft.com/office/powerpoint/2010/main" val="8534373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6178" y="2363469"/>
            <a:ext cx="10538737" cy="3093830"/>
          </a:xfrm>
        </p:spPr>
        <p:txBody>
          <a:bodyPr>
            <a:normAutofit/>
          </a:bodyPr>
          <a:lstStyle/>
          <a:p>
            <a:pPr marL="1536287" lvl="8" indent="0">
              <a:buNone/>
            </a:pPr>
            <a:r>
              <a:rPr lang="en-GB" sz="8000" dirty="0">
                <a:solidFill>
                  <a:srgbClr val="183D7B"/>
                </a:solidFill>
                <a:latin typeface="Arial" panose="020B0604020202020204" pitchFamily="34" charset="0"/>
                <a:cs typeface="Arial" panose="020B0604020202020204" pitchFamily="34" charset="0"/>
              </a:rPr>
              <a:t>Thank </a:t>
            </a:r>
            <a:r>
              <a:rPr lang="en-GB" sz="8000" dirty="0" smtClean="0">
                <a:solidFill>
                  <a:srgbClr val="183D7B"/>
                </a:solidFill>
                <a:latin typeface="Arial" panose="020B0604020202020204" pitchFamily="34" charset="0"/>
                <a:cs typeface="Arial" panose="020B0604020202020204" pitchFamily="34" charset="0"/>
              </a:rPr>
              <a:t>You!</a:t>
            </a:r>
            <a:endParaRPr lang="en-GB" sz="8000" dirty="0">
              <a:solidFill>
                <a:srgbClr val="183D7B"/>
              </a:solidFill>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2"/>
          </p:nvPr>
        </p:nvSpPr>
        <p:spPr/>
        <p:txBody>
          <a:bodyPr/>
          <a:lstStyle/>
          <a:p>
            <a:fld id="{4DED8F11-E02F-4D3E-85B4-F4AEDD07F0EA}" type="slidenum">
              <a:rPr lang="en-US" smtClean="0"/>
              <a:t>12</a:t>
            </a:fld>
            <a:endParaRPr lang="en-US"/>
          </a:p>
        </p:txBody>
      </p:sp>
    </p:spTree>
    <p:extLst>
      <p:ext uri="{BB962C8B-B14F-4D97-AF65-F5344CB8AC3E}">
        <p14:creationId xmlns:p14="http://schemas.microsoft.com/office/powerpoint/2010/main" val="158422399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 xmlns:thm15="http://schemas.microsoft.com/office/thememl/2012/main" name="HRRP Presentation Template" id="{09AD6156-CD55-44D2-85C7-41D008B04BA5}" vid="{2704C425-EB35-4A02-ABC7-D6E6E46F0F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2431</TotalTime>
  <Words>594</Words>
  <Application>Microsoft Office PowerPoint</Application>
  <PresentationFormat>Custom</PresentationFormat>
  <Paragraphs>121</Paragraphs>
  <Slides>12</Slides>
  <Notes>5</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Retrospect</vt:lpstr>
      <vt:lpstr>PowerPoint Presentation</vt:lpstr>
      <vt:lpstr>Lists of Hard wood &amp; Soft Wood</vt:lpstr>
      <vt:lpstr>Timber Treatment</vt:lpstr>
      <vt:lpstr>Treatment Process</vt:lpstr>
      <vt:lpstr> Treatment Process Contd.</vt:lpstr>
      <vt:lpstr>Treatment Process Contd.</vt:lpstr>
      <vt:lpstr> Stone Pad Base of the Timber Post</vt:lpstr>
      <vt:lpstr>Bamboo Treatment</vt:lpstr>
      <vt:lpstr>Bamboo Treatment Contd.</vt:lpstr>
      <vt:lpstr>Bamboo Treatment Contd.</vt:lpstr>
      <vt:lpstr>Bamboo Treatment Contd.</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National Team Meeting</dc:title>
  <dc:creator>Vikas Gupta</dc:creator>
  <cp:lastModifiedBy>Rijan Gajurel</cp:lastModifiedBy>
  <cp:revision>348</cp:revision>
  <dcterms:created xsi:type="dcterms:W3CDTF">2017-06-12T04:26:59Z</dcterms:created>
  <dcterms:modified xsi:type="dcterms:W3CDTF">2017-09-04T10:43:26Z</dcterms:modified>
</cp:coreProperties>
</file>
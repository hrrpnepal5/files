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304" r:id="rId2"/>
    <p:sldId id="387" r:id="rId3"/>
    <p:sldId id="374" r:id="rId4"/>
    <p:sldId id="357" r:id="rId5"/>
    <p:sldId id="325" r:id="rId6"/>
    <p:sldId id="331" r:id="rId7"/>
    <p:sldId id="358" r:id="rId8"/>
    <p:sldId id="317" r:id="rId9"/>
    <p:sldId id="361" r:id="rId10"/>
    <p:sldId id="318" r:id="rId11"/>
    <p:sldId id="360" r:id="rId12"/>
    <p:sldId id="322" r:id="rId13"/>
    <p:sldId id="362" r:id="rId14"/>
    <p:sldId id="324" r:id="rId15"/>
    <p:sldId id="363" r:id="rId16"/>
    <p:sldId id="365" r:id="rId17"/>
    <p:sldId id="291" r:id="rId18"/>
    <p:sldId id="292" r:id="rId19"/>
    <p:sldId id="300" r:id="rId20"/>
    <p:sldId id="299" r:id="rId21"/>
    <p:sldId id="332" r:id="rId22"/>
    <p:sldId id="381" r:id="rId23"/>
    <p:sldId id="335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A6DB5C4-EF43-4BC6-992A-0895DA20779E}">
          <p14:sldIdLst>
            <p14:sldId id="304"/>
            <p14:sldId id="387"/>
            <p14:sldId id="374"/>
            <p14:sldId id="357"/>
            <p14:sldId id="325"/>
            <p14:sldId id="331"/>
            <p14:sldId id="358"/>
            <p14:sldId id="317"/>
            <p14:sldId id="361"/>
            <p14:sldId id="318"/>
            <p14:sldId id="360"/>
            <p14:sldId id="322"/>
            <p14:sldId id="362"/>
            <p14:sldId id="324"/>
            <p14:sldId id="363"/>
            <p14:sldId id="365"/>
            <p14:sldId id="291"/>
            <p14:sldId id="292"/>
            <p14:sldId id="300"/>
            <p14:sldId id="299"/>
            <p14:sldId id="332"/>
            <p14:sldId id="381"/>
          </p14:sldIdLst>
        </p14:section>
        <p14:section name="Untitled Section" id="{2E86D639-E715-4909-9A6B-55C82CB450B6}">
          <p14:sldIdLst>
            <p14:sldId id="33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47" autoAdjust="0"/>
    <p:restoredTop sz="89680" autoAdjust="0"/>
  </p:normalViewPr>
  <p:slideViewPr>
    <p:cSldViewPr>
      <p:cViewPr varScale="1">
        <p:scale>
          <a:sx n="66" d="100"/>
          <a:sy n="66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4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4/18/2018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4/18/2018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133" y="685800"/>
            <a:ext cx="8455025" cy="121919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Strengthening Supply </a:t>
            </a:r>
            <a:r>
              <a:rPr lang="en-US" sz="2800" b="1" dirty="0">
                <a:solidFill>
                  <a:schemeClr val="tx1"/>
                </a:solidFill>
              </a:rPr>
              <a:t>Chain of Construction Materials in Earthquake </a:t>
            </a:r>
            <a:r>
              <a:rPr lang="en-US" sz="2800" b="1" dirty="0" smtClean="0">
                <a:solidFill>
                  <a:schemeClr val="tx1"/>
                </a:solidFill>
              </a:rPr>
              <a:t>Affected Districts, </a:t>
            </a:r>
            <a:r>
              <a:rPr lang="en-US" sz="2800" b="1" dirty="0" err="1">
                <a:solidFill>
                  <a:schemeClr val="tx1"/>
                </a:solidFill>
              </a:rPr>
              <a:t>Rasuwa</a:t>
            </a:r>
            <a:endParaRPr lang="en-US" sz="2800" dirty="0">
              <a:solidFill>
                <a:schemeClr val="tx1"/>
              </a:solidFill>
              <a:latin typeface="Preeti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0024" y="1981200"/>
            <a:ext cx="6400800" cy="1676400"/>
          </a:xfrm>
        </p:spPr>
        <p:txBody>
          <a:bodyPr>
            <a:normAutofit lnSpcReduction="10000"/>
          </a:bodyPr>
          <a:lstStyle/>
          <a:p>
            <a:pPr algn="ctr"/>
            <a:endParaRPr lang="en-US" sz="5400" b="1" dirty="0" smtClean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18</a:t>
            </a:r>
            <a:r>
              <a:rPr lang="en-US" b="1" baseline="300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April 2018</a:t>
            </a:r>
            <a:endParaRPr lang="en-US" b="1" dirty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err="1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Dhunche</a:t>
            </a:r>
            <a:endParaRPr lang="en-US" b="1" dirty="0" smtClean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2" descr="Image result for Image of Practical Action Nepa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4677665"/>
            <a:ext cx="1981200" cy="720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027" y="4495800"/>
            <a:ext cx="1389345" cy="1389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 descr="C:\Users\neo\Downloads\JJMS logo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4468935"/>
            <a:ext cx="1416049" cy="138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1415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0"/>
            <a:ext cx="6927850" cy="1143000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kumimoji="1" lang="en-US" altLang="zh-CN" dirty="0" smtClean="0">
                <a:solidFill>
                  <a:schemeClr val="accent1">
                    <a:lumMod val="7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Project Area </a:t>
            </a:r>
            <a:endParaRPr kumimoji="1" lang="zh-CN" altLang="en-US" dirty="0">
              <a:solidFill>
                <a:schemeClr val="accent1">
                  <a:lumMod val="7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3388" y="1254125"/>
            <a:ext cx="7620000" cy="5146675"/>
          </a:xfrm>
        </p:spPr>
        <p:txBody>
          <a:bodyPr>
            <a:normAutofit/>
          </a:bodyPr>
          <a:lstStyle/>
          <a:p>
            <a:pPr marL="114300" indent="0" fontAlgn="auto">
              <a:spcAft>
                <a:spcPts val="0"/>
              </a:spcAft>
              <a:buFont typeface="Wingdings 2"/>
              <a:buNone/>
              <a:defRPr/>
            </a:pPr>
            <a:endParaRPr kumimoji="1" lang="en-GB" altLang="zh-CN" dirty="0" smtClean="0"/>
          </a:p>
          <a:p>
            <a:pPr marL="265176" indent="-265176" fontAlgn="auto">
              <a:spcAft>
                <a:spcPts val="0"/>
              </a:spcAft>
              <a:buFont typeface="Wingdings 2"/>
              <a:buChar char=""/>
              <a:defRPr/>
            </a:pPr>
            <a:endParaRPr kumimoji="1" lang="en-GB" altLang="zh-CN" dirty="0"/>
          </a:p>
          <a:p>
            <a:pPr marL="265176" indent="-265176" fontAlgn="auto">
              <a:spcAft>
                <a:spcPts val="0"/>
              </a:spcAft>
              <a:buFont typeface="Wingdings 2"/>
              <a:buChar char=""/>
              <a:defRPr/>
            </a:pPr>
            <a:endParaRPr kumimoji="1" lang="zh-CN" altLang="en-US" dirty="0"/>
          </a:p>
        </p:txBody>
      </p:sp>
      <p:pic>
        <p:nvPicPr>
          <p:cNvPr id="174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0" y="1157288"/>
            <a:ext cx="5516563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7" name="TextBox 21"/>
          <p:cNvSpPr txBox="1">
            <a:spLocks noChangeArrowheads="1"/>
          </p:cNvSpPr>
          <p:nvPr/>
        </p:nvSpPr>
        <p:spPr bwMode="auto">
          <a:xfrm>
            <a:off x="3692525" y="6030913"/>
            <a:ext cx="4546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1F497D"/>
                </a:solidFill>
              </a:rPr>
              <a:t>Fig : New Administrative division Map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1676400"/>
            <a:ext cx="2279650" cy="5232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Cluster  </a:t>
            </a:r>
            <a:r>
              <a:rPr kumimoji="1" lang="en-US" altLang="zh-CN" sz="2800" dirty="0">
                <a:solidFill>
                  <a:schemeClr val="accent1">
                    <a:lumMod val="7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no-6</a:t>
            </a:r>
            <a:endParaRPr lang="en-US" sz="2800" dirty="0">
              <a:latin typeface="Preet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460876"/>
      </p:ext>
    </p:extLst>
  </p:cSld>
  <p:clrMapOvr>
    <a:masterClrMapping/>
  </p:clrMapOvr>
  <p:transition spd="slow">
    <p:wipe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Major activities and output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8 resource centers established </a:t>
            </a:r>
            <a:r>
              <a:rPr lang="en-US" sz="2000" dirty="0"/>
              <a:t> </a:t>
            </a:r>
            <a:r>
              <a:rPr lang="en-US" sz="2000" dirty="0" smtClean="0"/>
              <a:t>921 HHs benefited</a:t>
            </a:r>
          </a:p>
          <a:p>
            <a:r>
              <a:rPr lang="en-US" sz="2000" dirty="0" smtClean="0">
                <a:solidFill>
                  <a:srgbClr val="00B050"/>
                </a:solidFill>
              </a:rPr>
              <a:t>7 CSEBs enterprises established 56 HHs benefited</a:t>
            </a:r>
          </a:p>
          <a:p>
            <a:r>
              <a:rPr lang="en-US" sz="2000" dirty="0"/>
              <a:t>7</a:t>
            </a:r>
            <a:r>
              <a:rPr lang="en-US" sz="2000" dirty="0" smtClean="0"/>
              <a:t> Stone cutting enterprise established 30 </a:t>
            </a:r>
            <a:r>
              <a:rPr lang="en-US" sz="2000" dirty="0"/>
              <a:t>HH </a:t>
            </a:r>
            <a:r>
              <a:rPr lang="en-US" sz="2000" dirty="0" smtClean="0"/>
              <a:t>benefited</a:t>
            </a:r>
          </a:p>
          <a:p>
            <a:r>
              <a:rPr lang="en-US" sz="2000" dirty="0" smtClean="0">
                <a:solidFill>
                  <a:srgbClr val="00B050"/>
                </a:solidFill>
              </a:rPr>
              <a:t>6 Timber treatment  </a:t>
            </a:r>
            <a:r>
              <a:rPr lang="en-US" sz="2000" dirty="0">
                <a:solidFill>
                  <a:srgbClr val="00B050"/>
                </a:solidFill>
              </a:rPr>
              <a:t>enterprise established  30 HH benefited</a:t>
            </a:r>
          </a:p>
          <a:p>
            <a:pPr marL="82296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5 aggregate production group established 176 HH benefited</a:t>
            </a:r>
          </a:p>
          <a:p>
            <a:r>
              <a:rPr lang="en-US" sz="2000" dirty="0" smtClean="0">
                <a:solidFill>
                  <a:srgbClr val="00B050"/>
                </a:solidFill>
              </a:rPr>
              <a:t>1 mini crusher enterprise established 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smtClean="0">
                <a:solidFill>
                  <a:srgbClr val="00B050"/>
                </a:solidFill>
              </a:rPr>
              <a:t>12 HH benefited</a:t>
            </a:r>
          </a:p>
          <a:p>
            <a:r>
              <a:rPr lang="en-US" sz="2000" dirty="0" smtClean="0"/>
              <a:t>1 Center level ware  house constructed</a:t>
            </a:r>
          </a:p>
          <a:p>
            <a:r>
              <a:rPr lang="en-US" sz="2000" dirty="0" smtClean="0">
                <a:solidFill>
                  <a:srgbClr val="00B050"/>
                </a:solidFill>
              </a:rPr>
              <a:t>7  ware house constructed in resource center </a:t>
            </a:r>
            <a:endParaRPr lang="en-US" sz="2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428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Status of Demand Aggregation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7657583"/>
              </p:ext>
            </p:extLst>
          </p:nvPr>
        </p:nvGraphicFramePr>
        <p:xfrm>
          <a:off x="990599" y="1447800"/>
          <a:ext cx="8153402" cy="461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062"/>
                <a:gridCol w="1925954"/>
                <a:gridCol w="1189558"/>
                <a:gridCol w="962977"/>
                <a:gridCol w="130285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Name of Resource Centers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No </a:t>
                      </a:r>
                      <a:r>
                        <a:rPr lang="en-US" sz="1600" baseline="0" dirty="0" smtClean="0"/>
                        <a:t> Of Total  HH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No. of Targeted HHs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No. of HHs benefitted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/>
                        <a:t>Major products  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Namuna</a:t>
                      </a:r>
                      <a:r>
                        <a:rPr lang="en-US" sz="1600" dirty="0" smtClean="0"/>
                        <a:t>  </a:t>
                      </a:r>
                      <a:r>
                        <a:rPr lang="en-US" sz="1600" dirty="0" err="1" smtClean="0"/>
                        <a:t>kirsi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sahakari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sastha</a:t>
                      </a:r>
                      <a:r>
                        <a:rPr lang="en-US" sz="1600" dirty="0" smtClean="0"/>
                        <a:t>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1892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98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Cement ,rod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Kalika</a:t>
                      </a:r>
                      <a:r>
                        <a:rPr lang="en-US" sz="1600" dirty="0" smtClean="0"/>
                        <a:t>  </a:t>
                      </a:r>
                      <a:r>
                        <a:rPr lang="en-US" sz="1600" dirty="0" err="1" smtClean="0"/>
                        <a:t>sahakari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1034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173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Cement , rod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Chedenmo</a:t>
                      </a:r>
                      <a:r>
                        <a:rPr lang="en-US" sz="1600" dirty="0" smtClean="0"/>
                        <a:t>  </a:t>
                      </a:r>
                      <a:r>
                        <a:rPr lang="en-US" sz="1600" dirty="0" err="1" smtClean="0"/>
                        <a:t>mahila</a:t>
                      </a:r>
                      <a:r>
                        <a:rPr lang="en-US" sz="1600" dirty="0" smtClean="0"/>
                        <a:t>  </a:t>
                      </a:r>
                      <a:r>
                        <a:rPr lang="en-US" sz="1600" dirty="0" err="1" smtClean="0"/>
                        <a:t>bikash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sahakari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1725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580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Cement ,rod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Om mane </a:t>
                      </a:r>
                      <a:r>
                        <a:rPr lang="en-US" sz="1600" dirty="0" err="1" smtClean="0"/>
                        <a:t>padme</a:t>
                      </a:r>
                      <a:r>
                        <a:rPr lang="en-US" sz="1600" dirty="0" smtClean="0"/>
                        <a:t>  </a:t>
                      </a:r>
                      <a:r>
                        <a:rPr lang="en-US" sz="1600" dirty="0" err="1" smtClean="0"/>
                        <a:t>sahakari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1746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560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172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Cement ,rod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Gosaikunda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sahakari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1351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Cement , rod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Mahalaxmi</a:t>
                      </a:r>
                      <a:r>
                        <a:rPr lang="en-US" sz="1600" dirty="0" smtClean="0"/>
                        <a:t>  </a:t>
                      </a:r>
                      <a:r>
                        <a:rPr lang="en-US" sz="1600" dirty="0" err="1" smtClean="0"/>
                        <a:t>mahila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sahakari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1377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269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Cement , rod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Janahit</a:t>
                      </a:r>
                      <a:r>
                        <a:rPr lang="en-US" sz="1600" dirty="0" smtClean="0"/>
                        <a:t>  </a:t>
                      </a:r>
                      <a:r>
                        <a:rPr lang="en-US" sz="1600" dirty="0" err="1" smtClean="0"/>
                        <a:t>sahakari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915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Cement , rod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Surya  </a:t>
                      </a:r>
                      <a:r>
                        <a:rPr lang="en-US" sz="1600" dirty="0" err="1" smtClean="0"/>
                        <a:t>sahakari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1220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460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Cement , rod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Total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11629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4000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921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dirty="0" smtClean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9497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2977" y="685800"/>
            <a:ext cx="3005115" cy="1752599"/>
          </a:xfrm>
        </p:spPr>
        <p:txBody>
          <a:bodyPr>
            <a:normAutofit/>
          </a:bodyPr>
          <a:lstStyle/>
          <a:p>
            <a:r>
              <a:rPr lang="en-US" dirty="0"/>
              <a:t>Demand Aggregation</a:t>
            </a:r>
            <a:endParaRPr lang="en-US" b="1" dirty="0">
              <a:solidFill>
                <a:srgbClr val="C00000"/>
              </a:solidFill>
              <a:latin typeface="Preeti" pitchFamily="2" charset="0"/>
            </a:endParaRPr>
          </a:p>
        </p:txBody>
      </p:sp>
      <p:pic>
        <p:nvPicPr>
          <p:cNvPr id="4099" name="Picture 3" descr="C:\Users\neo\Desktop\photo\Pic of Suuply Chain Project\20170331_14440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352800"/>
            <a:ext cx="3733800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:\Users\neo\Desktop\29852660_1738881962838082_1349626027_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8092" y="-21465"/>
            <a:ext cx="4379891" cy="3284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C:\Users\neo\Desktop\30007695_1890465444338368_1206440335_n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63453"/>
            <a:ext cx="4106929" cy="3365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3061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685800"/>
            <a:ext cx="4467578" cy="20574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Center ware house-1</a:t>
            </a:r>
            <a:br>
              <a:rPr lang="en-US" sz="3600" dirty="0" smtClean="0"/>
            </a:br>
            <a:r>
              <a:rPr lang="en-US" sz="3600" dirty="0" smtClean="0"/>
              <a:t>Ware house in RC-7</a:t>
            </a:r>
            <a:br>
              <a:rPr lang="en-US" sz="3600" dirty="0" smtClean="0"/>
            </a:br>
            <a:r>
              <a:rPr lang="en-US" sz="3600" dirty="0" smtClean="0"/>
              <a:t>  </a:t>
            </a:r>
            <a:endParaRPr lang="en-US" sz="3600" dirty="0"/>
          </a:p>
        </p:txBody>
      </p:sp>
      <p:pic>
        <p:nvPicPr>
          <p:cNvPr id="3074" name="Picture 2" descr="C:\Users\neo\Downloads\21557056_1681981765186738_1704759367_o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742193"/>
            <a:ext cx="3581400" cy="3268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:\Users\neo\Downloads\21682442_706163952908136_1498266070_o(1)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742193"/>
            <a:ext cx="3920602" cy="3152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C:\Users\neo\Desktop\29243843_1872699096115003_7258121209819168768_n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978" y="381000"/>
            <a:ext cx="38608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5826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  Enterprise Development</a:t>
            </a:r>
            <a:br>
              <a:rPr lang="en-US" dirty="0" smtClean="0"/>
            </a:br>
            <a:r>
              <a:rPr lang="en-US" dirty="0" smtClean="0"/>
              <a:t>                </a:t>
            </a:r>
            <a:r>
              <a:rPr lang="en-US" sz="3600" dirty="0" smtClean="0"/>
              <a:t>(CSEB)</a:t>
            </a:r>
            <a:endParaRPr lang="en-US" sz="36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7409498"/>
              </p:ext>
            </p:extLst>
          </p:nvPr>
        </p:nvGraphicFramePr>
        <p:xfrm>
          <a:off x="1066799" y="1600200"/>
          <a:ext cx="8053590" cy="437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1641"/>
                <a:gridCol w="608620"/>
                <a:gridCol w="1406016"/>
                <a:gridCol w="1209883"/>
                <a:gridCol w="789274"/>
                <a:gridCol w="537888"/>
                <a:gridCol w="856663"/>
                <a:gridCol w="703605"/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Types of Enterprises</a:t>
                      </a:r>
                      <a:endParaRPr lang="en-US" sz="16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No.</a:t>
                      </a:r>
                      <a:endParaRPr lang="en-US" sz="16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No.</a:t>
                      </a:r>
                      <a:r>
                        <a:rPr lang="en-US" sz="1600" baseline="0" dirty="0" smtClean="0"/>
                        <a:t> of </a:t>
                      </a:r>
                      <a:r>
                        <a:rPr lang="en-US" sz="1600" dirty="0" smtClean="0"/>
                        <a:t>Targeted Houses</a:t>
                      </a:r>
                      <a:endParaRPr lang="en-US" sz="16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No. of Houses built</a:t>
                      </a:r>
                      <a:endParaRPr lang="en-US" sz="16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Sales (</a:t>
                      </a:r>
                      <a:r>
                        <a:rPr lang="en-US" sz="1600" dirty="0" err="1" smtClean="0"/>
                        <a:t>Qty</a:t>
                      </a:r>
                      <a:r>
                        <a:rPr lang="en-US" sz="1600" dirty="0" smtClean="0"/>
                        <a:t>)</a:t>
                      </a:r>
                      <a:endParaRPr 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No. of Employment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Male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Female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Uttargaya</a:t>
                      </a:r>
                      <a:r>
                        <a:rPr lang="en-US" sz="1600" dirty="0" smtClean="0"/>
                        <a:t> CSEB </a:t>
                      </a:r>
                      <a:r>
                        <a:rPr lang="en-US" sz="1600" dirty="0" err="1" smtClean="0"/>
                        <a:t>udhyog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26661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Raju and </a:t>
                      </a:r>
                      <a:r>
                        <a:rPr lang="en-US" sz="1600" dirty="0" err="1" smtClean="0"/>
                        <a:t>Dawa</a:t>
                      </a:r>
                      <a:r>
                        <a:rPr lang="en-US" sz="1600" dirty="0" smtClean="0"/>
                        <a:t> CSEB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21608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Liglig</a:t>
                      </a:r>
                      <a:r>
                        <a:rPr lang="en-US" sz="1600" dirty="0" smtClean="0"/>
                        <a:t> CSEB </a:t>
                      </a:r>
                      <a:r>
                        <a:rPr lang="en-US" sz="1600" dirty="0" err="1" smtClean="0"/>
                        <a:t>udhyog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Gosaikunda</a:t>
                      </a:r>
                      <a:r>
                        <a:rPr lang="en-US" sz="1600" dirty="0" smtClean="0"/>
                        <a:t> CSEB </a:t>
                      </a:r>
                      <a:r>
                        <a:rPr lang="en-US" sz="1600" dirty="0" err="1" smtClean="0"/>
                        <a:t>udhyog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4300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Bhumedevi</a:t>
                      </a:r>
                      <a:r>
                        <a:rPr lang="en-US" sz="1600" dirty="0" smtClean="0"/>
                        <a:t> CSEB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baseline="0" dirty="0" err="1" smtClean="0"/>
                        <a:t>udhyog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2200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New star</a:t>
                      </a:r>
                      <a:r>
                        <a:rPr lang="en-US" sz="1600" baseline="0" dirty="0" smtClean="0"/>
                        <a:t> CSEB </a:t>
                      </a:r>
                      <a:r>
                        <a:rPr lang="en-US" sz="1600" baseline="0" dirty="0" err="1" smtClean="0"/>
                        <a:t>udhyog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Kalika</a:t>
                      </a:r>
                      <a:r>
                        <a:rPr lang="en-US" sz="1600" dirty="0" smtClean="0"/>
                        <a:t> CSEB </a:t>
                      </a:r>
                      <a:r>
                        <a:rPr lang="en-US" sz="1600" dirty="0" err="1" smtClean="0"/>
                        <a:t>udhyog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1800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0689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731838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2060"/>
                </a:solidFill>
                <a:latin typeface="Preeti" pitchFamily="2" charset="0"/>
              </a:rPr>
              <a:t> – </a:t>
            </a:r>
            <a:endParaRPr lang="en-US" sz="3600" dirty="0">
              <a:solidFill>
                <a:srgbClr val="002060"/>
              </a:solidFill>
              <a:latin typeface="Preeti" pitchFamily="2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8775" y="3626652"/>
            <a:ext cx="4235287" cy="2645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-1198446" y="914400"/>
            <a:ext cx="8229600" cy="198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>
                <a:solidFill>
                  <a:srgbClr val="002060"/>
                </a:solidFill>
              </a:rPr>
              <a:t>Glimpse of</a:t>
            </a:r>
          </a:p>
          <a:p>
            <a:r>
              <a:rPr lang="en-US" sz="3600" dirty="0" smtClean="0">
                <a:solidFill>
                  <a:srgbClr val="002060"/>
                </a:solidFill>
              </a:rPr>
              <a:t> CSEB enterprise</a:t>
            </a:r>
            <a:r>
              <a:rPr lang="en-US" sz="3600" dirty="0" smtClean="0">
                <a:solidFill>
                  <a:srgbClr val="002060"/>
                </a:solidFill>
                <a:latin typeface="Preeti" pitchFamily="2" charset="0"/>
              </a:rPr>
              <a:t> </a:t>
            </a:r>
            <a:endParaRPr lang="en-US" sz="3600" dirty="0">
              <a:solidFill>
                <a:srgbClr val="002060"/>
              </a:solidFill>
              <a:latin typeface="Preeti" pitchFamily="2" charset="0"/>
            </a:endParaRPr>
          </a:p>
        </p:txBody>
      </p:sp>
      <p:pic>
        <p:nvPicPr>
          <p:cNvPr id="2050" name="Picture 2" descr="C:\Users\neo\Desktop\29920780_1891411350910444_1209193689_n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595667"/>
            <a:ext cx="3505200" cy="2720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neo\Desktop\29855593_1891414687576777_702958954_n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014" y="762000"/>
            <a:ext cx="4323981" cy="2589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0627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Enterprise Development</a:t>
            </a:r>
            <a:br>
              <a:rPr lang="en-US" dirty="0" smtClean="0"/>
            </a:br>
            <a:r>
              <a:rPr lang="en-US" dirty="0" smtClean="0"/>
              <a:t>        </a:t>
            </a:r>
            <a:r>
              <a:rPr lang="en-US" sz="2200" dirty="0" smtClean="0"/>
              <a:t>(Stone cutting)</a:t>
            </a:r>
            <a:endParaRPr lang="en-US" sz="2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8754077"/>
              </p:ext>
            </p:extLst>
          </p:nvPr>
        </p:nvGraphicFramePr>
        <p:xfrm>
          <a:off x="990600" y="1470074"/>
          <a:ext cx="8019415" cy="536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599"/>
                <a:gridCol w="646348"/>
                <a:gridCol w="1493172"/>
                <a:gridCol w="1284881"/>
                <a:gridCol w="706014"/>
                <a:gridCol w="703416"/>
                <a:gridCol w="909765"/>
                <a:gridCol w="747220"/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Types of Enterprises</a:t>
                      </a:r>
                      <a:endParaRPr lang="en-US" sz="16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No.</a:t>
                      </a:r>
                      <a:endParaRPr lang="en-US" sz="16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No.</a:t>
                      </a:r>
                      <a:r>
                        <a:rPr lang="en-US" sz="1600" baseline="0" dirty="0" smtClean="0"/>
                        <a:t> of </a:t>
                      </a:r>
                      <a:r>
                        <a:rPr lang="en-US" sz="1600" dirty="0" smtClean="0"/>
                        <a:t>Targeted Houses</a:t>
                      </a:r>
                      <a:endParaRPr lang="en-US" sz="16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No. of Houses built</a:t>
                      </a:r>
                      <a:endParaRPr lang="en-US" sz="16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Sales (</a:t>
                      </a:r>
                      <a:r>
                        <a:rPr lang="en-US" sz="1600" dirty="0" err="1" smtClean="0"/>
                        <a:t>Qty</a:t>
                      </a:r>
                      <a:r>
                        <a:rPr lang="en-US" sz="1600" dirty="0" smtClean="0"/>
                        <a:t>)</a:t>
                      </a:r>
                      <a:endParaRPr 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No. of Employment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Male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Female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Langtang</a:t>
                      </a:r>
                      <a:r>
                        <a:rPr lang="en-US" sz="1600" dirty="0" smtClean="0"/>
                        <a:t> sur </a:t>
                      </a:r>
                      <a:r>
                        <a:rPr lang="en-US" sz="1600" dirty="0" err="1" smtClean="0"/>
                        <a:t>dhunga</a:t>
                      </a:r>
                      <a:r>
                        <a:rPr lang="en-US" sz="1600" dirty="0" smtClean="0"/>
                        <a:t>  </a:t>
                      </a:r>
                      <a:r>
                        <a:rPr lang="en-US" sz="1600" dirty="0" err="1" smtClean="0"/>
                        <a:t>udhyog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Goljung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namuna</a:t>
                      </a:r>
                      <a:r>
                        <a:rPr lang="en-US" sz="1600" dirty="0" smtClean="0"/>
                        <a:t>  sur </a:t>
                      </a:r>
                      <a:r>
                        <a:rPr lang="en-US" sz="1600" dirty="0" err="1" smtClean="0"/>
                        <a:t>dhunga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udhyog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2600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Namuna</a:t>
                      </a:r>
                      <a:r>
                        <a:rPr lang="en-US" sz="1600" baseline="0" dirty="0" smtClean="0"/>
                        <a:t> sur </a:t>
                      </a:r>
                      <a:r>
                        <a:rPr lang="en-US" sz="1600" baseline="0" dirty="0" err="1" smtClean="0"/>
                        <a:t>dhunga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baseline="0" dirty="0" err="1" smtClean="0"/>
                        <a:t>Udhyog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940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Bhadaure</a:t>
                      </a:r>
                      <a:r>
                        <a:rPr lang="en-US" sz="1600" dirty="0" smtClean="0"/>
                        <a:t> sur </a:t>
                      </a:r>
                      <a:r>
                        <a:rPr lang="en-US" sz="1600" dirty="0" err="1" smtClean="0"/>
                        <a:t>dhunga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udhyog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6550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Parbatikunda</a:t>
                      </a:r>
                      <a:r>
                        <a:rPr lang="en-US" sz="1600" baseline="0" dirty="0" smtClean="0"/>
                        <a:t> sur </a:t>
                      </a:r>
                      <a:r>
                        <a:rPr lang="en-US" sz="1600" baseline="0" dirty="0" err="1" smtClean="0"/>
                        <a:t>dhunga</a:t>
                      </a:r>
                      <a:r>
                        <a:rPr lang="en-US" sz="1600" baseline="0" dirty="0" smtClean="0"/>
                        <a:t>  </a:t>
                      </a:r>
                      <a:r>
                        <a:rPr lang="en-US" sz="1600" baseline="0" dirty="0" err="1" smtClean="0"/>
                        <a:t>udhyog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Kanjin</a:t>
                      </a:r>
                      <a:r>
                        <a:rPr lang="en-US" sz="1600" dirty="0" smtClean="0"/>
                        <a:t> sur  </a:t>
                      </a:r>
                      <a:r>
                        <a:rPr lang="en-US" sz="1600" dirty="0" err="1" smtClean="0"/>
                        <a:t>dhunga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udhyog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Bhumedevi</a:t>
                      </a:r>
                      <a:r>
                        <a:rPr lang="en-US" sz="1600" dirty="0" smtClean="0"/>
                        <a:t>  sur </a:t>
                      </a:r>
                      <a:r>
                        <a:rPr lang="en-US" sz="1600" dirty="0" err="1" smtClean="0"/>
                        <a:t>dhunga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udhyog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8062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520" y="1112838"/>
            <a:ext cx="7498080" cy="1020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Glimpse of </a:t>
            </a:r>
            <a:br>
              <a:rPr lang="en-US" dirty="0" smtClean="0"/>
            </a:br>
            <a:r>
              <a:rPr lang="en-US" dirty="0" smtClean="0"/>
              <a:t>stone cutting </a:t>
            </a:r>
            <a:br>
              <a:rPr lang="en-US" dirty="0" smtClean="0"/>
            </a:br>
            <a:r>
              <a:rPr lang="en-US" dirty="0" smtClean="0"/>
              <a:t>enterprise</a:t>
            </a:r>
            <a:endParaRPr lang="en-US" dirty="0">
              <a:latin typeface="Preeti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95531"/>
          </a:xfrm>
        </p:spPr>
        <p:txBody>
          <a:bodyPr/>
          <a:lstStyle/>
          <a:p>
            <a:pPr marL="0" indent="0">
              <a:buNone/>
            </a:pPr>
            <a:endParaRPr lang="en-US" sz="1800" dirty="0" smtClean="0"/>
          </a:p>
          <a:p>
            <a:endParaRPr lang="en-US" dirty="0"/>
          </a:p>
        </p:txBody>
      </p:sp>
      <p:pic>
        <p:nvPicPr>
          <p:cNvPr id="2050" name="Picture 2" descr="C:\Users\neo\Desktop\29262091_1722157641177181_7206322044508569600_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823951"/>
            <a:ext cx="4038600" cy="289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C:\Users\neo\Desktop\pic\104___05\IMG_1177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67656"/>
            <a:ext cx="4671673" cy="350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s://scontent.fktm5-1.fna.fbcdn.net/v/t34.0-12/29852847_1891434880908091_1662487532_n.jpg?_nc_cat=0&amp;oh=73adf739da574825ff20926d25d0fefb&amp;oe=5AC31E9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199" y="3671553"/>
            <a:ext cx="4026795" cy="3014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5144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Enterprise Development</a:t>
            </a:r>
            <a:br>
              <a:rPr lang="en-US" dirty="0" smtClean="0"/>
            </a:br>
            <a:r>
              <a:rPr lang="en-US" sz="2200" dirty="0" smtClean="0"/>
              <a:t>(</a:t>
            </a:r>
            <a:r>
              <a:rPr lang="en-US" sz="2200" dirty="0"/>
              <a:t>T</a:t>
            </a:r>
            <a:r>
              <a:rPr lang="en-US" sz="2200" dirty="0" smtClean="0"/>
              <a:t>imber treatment)</a:t>
            </a:r>
            <a:endParaRPr lang="en-US" sz="2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8221928"/>
              </p:ext>
            </p:extLst>
          </p:nvPr>
        </p:nvGraphicFramePr>
        <p:xfrm>
          <a:off x="990600" y="1447800"/>
          <a:ext cx="8019415" cy="530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402"/>
                <a:gridCol w="606038"/>
                <a:gridCol w="1400050"/>
                <a:gridCol w="1204749"/>
                <a:gridCol w="661983"/>
                <a:gridCol w="659547"/>
                <a:gridCol w="853027"/>
                <a:gridCol w="700619"/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Types of Enterprises</a:t>
                      </a:r>
                      <a:endParaRPr lang="en-US" sz="16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No.</a:t>
                      </a:r>
                      <a:endParaRPr lang="en-US" sz="16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No.</a:t>
                      </a:r>
                      <a:r>
                        <a:rPr lang="en-US" sz="1600" baseline="0" dirty="0" smtClean="0"/>
                        <a:t> of </a:t>
                      </a:r>
                      <a:r>
                        <a:rPr lang="en-US" sz="1600" dirty="0" smtClean="0"/>
                        <a:t>Targeted Houses</a:t>
                      </a:r>
                      <a:endParaRPr lang="en-US" sz="16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No. of Houses built</a:t>
                      </a:r>
                      <a:endParaRPr lang="en-US" sz="16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Sales (</a:t>
                      </a:r>
                      <a:r>
                        <a:rPr lang="en-US" sz="1600" dirty="0" err="1" smtClean="0"/>
                        <a:t>Qty</a:t>
                      </a:r>
                      <a:r>
                        <a:rPr lang="en-US" sz="1600" dirty="0" smtClean="0"/>
                        <a:t>)</a:t>
                      </a:r>
                      <a:endParaRPr 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No. of Employment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Male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Female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Ser</a:t>
                      </a:r>
                      <a:r>
                        <a:rPr lang="en-US" sz="1600" dirty="0" smtClean="0"/>
                        <a:t> furniture </a:t>
                      </a:r>
                      <a:r>
                        <a:rPr lang="en-US" sz="1600" dirty="0" err="1" smtClean="0"/>
                        <a:t>udhyog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 smtClean="0"/>
                        <a:t>Ghale</a:t>
                      </a:r>
                      <a:r>
                        <a:rPr lang="en-US" sz="1600" dirty="0" smtClean="0"/>
                        <a:t> furniture </a:t>
                      </a:r>
                      <a:r>
                        <a:rPr lang="en-US" sz="1600" dirty="0" err="1" smtClean="0"/>
                        <a:t>udhyog</a:t>
                      </a:r>
                      <a:endParaRPr lang="en-US" sz="1600" dirty="0" smtClean="0"/>
                    </a:p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185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Hari furniture </a:t>
                      </a:r>
                      <a:r>
                        <a:rPr lang="en-US" sz="1600" dirty="0" err="1" smtClean="0"/>
                        <a:t>udhyog</a:t>
                      </a:r>
                      <a:endParaRPr lang="en-US" sz="1600" dirty="0" smtClean="0"/>
                    </a:p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New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baseline="0" dirty="0" err="1" smtClean="0"/>
                        <a:t>sirjana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dirty="0" smtClean="0"/>
                        <a:t> furniture </a:t>
                      </a:r>
                      <a:r>
                        <a:rPr lang="en-US" sz="1600" dirty="0" err="1" smtClean="0"/>
                        <a:t>udhyog</a:t>
                      </a:r>
                      <a:endParaRPr lang="en-US" sz="1600" dirty="0" smtClean="0"/>
                    </a:p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245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 smtClean="0"/>
                        <a:t>Katunje</a:t>
                      </a:r>
                      <a:r>
                        <a:rPr lang="en-US" sz="1600" dirty="0" smtClean="0"/>
                        <a:t> timber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baseline="0" dirty="0" err="1" smtClean="0"/>
                        <a:t>tirtment</a:t>
                      </a:r>
                      <a:r>
                        <a:rPr lang="en-US" sz="1600" baseline="0" dirty="0" smtClean="0"/>
                        <a:t>  </a:t>
                      </a:r>
                      <a:r>
                        <a:rPr lang="en-US" sz="1600" baseline="0" dirty="0" err="1" smtClean="0"/>
                        <a:t>udhyog</a:t>
                      </a:r>
                      <a:endParaRPr lang="en-US" sz="1600" dirty="0" smtClean="0"/>
                    </a:p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390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Saramthali</a:t>
                      </a:r>
                      <a:r>
                        <a:rPr lang="en-US" sz="1600" dirty="0" smtClean="0"/>
                        <a:t> furniture </a:t>
                      </a:r>
                      <a:r>
                        <a:rPr lang="en-US" sz="1600" dirty="0" err="1" smtClean="0"/>
                        <a:t>udhyog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9106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804458"/>
            <a:ext cx="3041430" cy="1862541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Glimpse of timber treatment plant</a:t>
            </a:r>
            <a:r>
              <a:rPr lang="en-US" sz="3200" b="1" dirty="0" smtClean="0">
                <a:solidFill>
                  <a:srgbClr val="FFFFFF"/>
                </a:solidFill>
                <a:latin typeface="Preeti"/>
              </a:rPr>
              <a:t> </a:t>
            </a:r>
            <a:r>
              <a:rPr lang="en-US" sz="3200" dirty="0">
                <a:latin typeface="Arial"/>
              </a:rPr>
              <a:t/>
            </a:r>
            <a:br>
              <a:rPr lang="en-US" sz="3200" dirty="0">
                <a:latin typeface="Arial"/>
              </a:rPr>
            </a:br>
            <a:endParaRPr lang="en-US" sz="3200" dirty="0">
              <a:latin typeface="Preeti" pitchFamily="2" charset="0"/>
            </a:endParaRPr>
          </a:p>
        </p:txBody>
      </p:sp>
      <p:pic>
        <p:nvPicPr>
          <p:cNvPr id="1026" name="Picture 2" descr="C:\Users\neo\Desktop\29341682_1884741394910773_480669665_n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962400"/>
            <a:ext cx="38608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035903"/>
            <a:ext cx="4114800" cy="2845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 descr="C:\Users\neo\Desktop\29751109_1738870292839249_642030253_n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7038" y="804459"/>
            <a:ext cx="42672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5921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Enterprise Development</a:t>
            </a:r>
            <a:br>
              <a:rPr lang="en-US" dirty="0" smtClean="0"/>
            </a:br>
            <a:r>
              <a:rPr lang="en-US" sz="2800" dirty="0" smtClean="0"/>
              <a:t>(Status Aggregate producing </a:t>
            </a:r>
            <a:r>
              <a:rPr lang="en-US" sz="2800" dirty="0"/>
              <a:t>g</a:t>
            </a:r>
            <a:r>
              <a:rPr lang="en-US" sz="2800" dirty="0" smtClean="0"/>
              <a:t>roup)</a:t>
            </a:r>
            <a:endParaRPr lang="en-US" sz="28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2564692"/>
              </p:ext>
            </p:extLst>
          </p:nvPr>
        </p:nvGraphicFramePr>
        <p:xfrm>
          <a:off x="1066799" y="1600200"/>
          <a:ext cx="8050237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9421"/>
                <a:gridCol w="646348"/>
                <a:gridCol w="1493172"/>
                <a:gridCol w="1284881"/>
                <a:gridCol w="706014"/>
                <a:gridCol w="703416"/>
                <a:gridCol w="909765"/>
                <a:gridCol w="747220"/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Types of Enterprises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No.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No.</a:t>
                      </a:r>
                      <a:r>
                        <a:rPr lang="en-US" baseline="0" dirty="0" smtClean="0"/>
                        <a:t> of </a:t>
                      </a:r>
                      <a:r>
                        <a:rPr lang="en-US" dirty="0" smtClean="0"/>
                        <a:t>Targeted Houses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No. of Houses built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Sales (</a:t>
                      </a:r>
                      <a:r>
                        <a:rPr lang="en-US" dirty="0" err="1" smtClean="0"/>
                        <a:t>Qty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No. of Employment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Mane </a:t>
                      </a:r>
                      <a:r>
                        <a:rPr lang="en-US" dirty="0" err="1" smtClean="0"/>
                        <a:t>Ghumti</a:t>
                      </a:r>
                      <a:r>
                        <a:rPr lang="en-US" dirty="0" smtClean="0"/>
                        <a:t>  </a:t>
                      </a:r>
                      <a:r>
                        <a:rPr lang="en-US" dirty="0" err="1" smtClean="0"/>
                        <a:t>gitti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utpadan</a:t>
                      </a:r>
                      <a:r>
                        <a:rPr lang="en-US" dirty="0" smtClean="0"/>
                        <a:t>  </a:t>
                      </a:r>
                      <a:r>
                        <a:rPr lang="en-US" dirty="0" err="1" smtClean="0"/>
                        <a:t>samuha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9900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Dhunche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gitti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utpadan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samuha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8605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Chileme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gitti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utpadan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samuha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3350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Goljung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gitti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utpadan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samuha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3700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Adherikhola</a:t>
                      </a:r>
                      <a:r>
                        <a:rPr lang="en-US" baseline="0" dirty="0" smtClean="0"/>
                        <a:t>  </a:t>
                      </a:r>
                      <a:r>
                        <a:rPr lang="en-US" baseline="0" dirty="0" err="1" smtClean="0"/>
                        <a:t>gitti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utpadan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samuha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1800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8062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3593592" cy="2849562"/>
          </a:xfrm>
        </p:spPr>
        <p:txBody>
          <a:bodyPr>
            <a:normAutofit/>
          </a:bodyPr>
          <a:lstStyle/>
          <a:p>
            <a:r>
              <a:rPr lang="en-US" sz="3600" dirty="0" smtClean="0"/>
              <a:t>Glimpse of aggregate producing group</a:t>
            </a:r>
            <a:endParaRPr lang="en-US" sz="3600" dirty="0">
              <a:solidFill>
                <a:srgbClr val="002060"/>
              </a:solidFill>
              <a:latin typeface="Preeti" pitchFamily="2" charset="0"/>
            </a:endParaRPr>
          </a:p>
        </p:txBody>
      </p:sp>
      <p:pic>
        <p:nvPicPr>
          <p:cNvPr id="3076" name="Picture 4" descr="C:\Users\neo\Desktop\photo\Impo pic\19987252_2034500816793698_214771047_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7786" y="3657600"/>
            <a:ext cx="4106214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C:\Users\neo\Desktop\29920646_1890465327671713_2047392796_n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304800"/>
            <a:ext cx="4038600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neo\Desktop\29750958_1891429427575303_132170068_n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657600"/>
            <a:ext cx="38100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119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Enterprise Development</a:t>
            </a:r>
            <a:br>
              <a:rPr lang="en-US" dirty="0" smtClean="0"/>
            </a:br>
            <a:r>
              <a:rPr lang="en-US" dirty="0" smtClean="0"/>
              <a:t>Status of mini crusher </a:t>
            </a:r>
            <a:endParaRPr lang="en-US" sz="2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5293927"/>
              </p:ext>
            </p:extLst>
          </p:nvPr>
        </p:nvGraphicFramePr>
        <p:xfrm>
          <a:off x="1066801" y="1600200"/>
          <a:ext cx="7943214" cy="219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5030"/>
                <a:gridCol w="600280"/>
                <a:gridCol w="1386746"/>
                <a:gridCol w="1193301"/>
                <a:gridCol w="655693"/>
                <a:gridCol w="653280"/>
                <a:gridCol w="844922"/>
                <a:gridCol w="693962"/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Types of Enterprises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No.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No.</a:t>
                      </a:r>
                      <a:r>
                        <a:rPr lang="en-US" baseline="0" dirty="0" smtClean="0"/>
                        <a:t> of </a:t>
                      </a:r>
                      <a:r>
                        <a:rPr lang="en-US" dirty="0" smtClean="0"/>
                        <a:t>Targeted Houses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No. of Houses built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Sales (</a:t>
                      </a:r>
                      <a:r>
                        <a:rPr lang="en-US" dirty="0" err="1" smtClean="0"/>
                        <a:t>Qty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No. of Employment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Kalika</a:t>
                      </a:r>
                      <a:r>
                        <a:rPr lang="en-US" dirty="0" smtClean="0"/>
                        <a:t> mini crasser </a:t>
                      </a:r>
                      <a:r>
                        <a:rPr lang="en-US" dirty="0" err="1" smtClean="0"/>
                        <a:t>udhyog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1800 </a:t>
                      </a:r>
                      <a:r>
                        <a:rPr lang="en-US" dirty="0" err="1" smtClean="0"/>
                        <a:t>Qfit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218" name="Picture 2" descr="C:\Users\neo\Desktop\29939719_1891434447574801_2045427108_n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810000"/>
            <a:ext cx="396240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8062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Enterprise Development</a:t>
            </a:r>
            <a:br>
              <a:rPr lang="en-US" dirty="0" smtClean="0"/>
            </a:br>
            <a:endParaRPr lang="en-US" sz="2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8443521"/>
              </p:ext>
            </p:extLst>
          </p:nvPr>
        </p:nvGraphicFramePr>
        <p:xfrm>
          <a:off x="990600" y="1600200"/>
          <a:ext cx="8019415" cy="421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599"/>
                <a:gridCol w="757401"/>
                <a:gridCol w="1143000"/>
                <a:gridCol w="1219200"/>
                <a:gridCol w="1010814"/>
                <a:gridCol w="703416"/>
                <a:gridCol w="909765"/>
                <a:gridCol w="747220"/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Types of Enterprises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No.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No.</a:t>
                      </a:r>
                      <a:r>
                        <a:rPr lang="en-US" baseline="0" dirty="0" smtClean="0"/>
                        <a:t> of </a:t>
                      </a:r>
                      <a:r>
                        <a:rPr lang="en-US" dirty="0" smtClean="0"/>
                        <a:t>Targeted Houses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No. of Houses built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Sales (</a:t>
                      </a:r>
                      <a:r>
                        <a:rPr lang="en-US" dirty="0" err="1" smtClean="0"/>
                        <a:t>Qty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No. of Employment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 Mini crasser </a:t>
                      </a:r>
                      <a:r>
                        <a:rPr lang="en-US" dirty="0" err="1" smtClean="0"/>
                        <a:t>udhyog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1800 </a:t>
                      </a:r>
                      <a:r>
                        <a:rPr lang="en-US" dirty="0" err="1" smtClean="0"/>
                        <a:t>Qfit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Stone Cutting  </a:t>
                      </a:r>
                      <a:r>
                        <a:rPr lang="en-US" dirty="0" err="1" smtClean="0"/>
                        <a:t>udhyog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10770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28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CSEB </a:t>
                      </a:r>
                      <a:r>
                        <a:rPr lang="en-US" dirty="0" err="1" smtClean="0"/>
                        <a:t>udhyog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56569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28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Timber </a:t>
                      </a:r>
                      <a:r>
                        <a:rPr lang="en-US" dirty="0" err="1" smtClean="0"/>
                        <a:t>tirtment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132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1760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Aggregate group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176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27355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3140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157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6131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:\21641295_706360476221817_29633482_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220" y="194256"/>
            <a:ext cx="3410755" cy="2272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38200" y="-377244"/>
            <a:ext cx="49530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Preeti" pitchFamily="2" charset="0"/>
              </a:rPr>
              <a:t>            ;</a:t>
            </a:r>
            <a:r>
              <a:rPr lang="en-US" dirty="0" err="1" smtClean="0">
                <a:latin typeface="Preeti" pitchFamily="2" charset="0"/>
              </a:rPr>
              <a:t>kmntfsf</a:t>
            </a:r>
            <a:r>
              <a:rPr lang="en-US" dirty="0" smtClean="0">
                <a:latin typeface="Preeti" pitchFamily="2" charset="0"/>
              </a:rPr>
              <a:t>] </a:t>
            </a:r>
            <a:r>
              <a:rPr lang="en-US" dirty="0" err="1" smtClean="0">
                <a:latin typeface="Preeti" pitchFamily="2" charset="0"/>
              </a:rPr>
              <a:t>syf</a:t>
            </a:r>
            <a:endParaRPr lang="en-US" dirty="0">
              <a:latin typeface="Preeti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86" y="533400"/>
            <a:ext cx="5029200" cy="43434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14400" b="1" dirty="0" smtClean="0">
                <a:solidFill>
                  <a:srgbClr val="0070C0"/>
                </a:solidFill>
                <a:latin typeface="Preeti" pitchFamily="2" charset="0"/>
              </a:rPr>
              <a:t>  </a:t>
            </a:r>
            <a:r>
              <a:rPr lang="en-US" sz="14400" b="1" dirty="0" err="1" smtClean="0">
                <a:solidFill>
                  <a:srgbClr val="0070C0"/>
                </a:solidFill>
                <a:latin typeface="Preeti" pitchFamily="2" charset="0"/>
              </a:rPr>
              <a:t>hfg'sf</a:t>
            </a:r>
            <a:r>
              <a:rPr lang="en-US" sz="14400" b="1" dirty="0" smtClean="0">
                <a:solidFill>
                  <a:srgbClr val="0070C0"/>
                </a:solidFill>
                <a:latin typeface="Preeti" pitchFamily="2" charset="0"/>
              </a:rPr>
              <a:t> </a:t>
            </a:r>
            <a:r>
              <a:rPr lang="en-US" sz="14400" b="1" dirty="0" err="1" smtClean="0">
                <a:solidFill>
                  <a:srgbClr val="0070C0"/>
                </a:solidFill>
                <a:latin typeface="Preeti" pitchFamily="2" charset="0"/>
              </a:rPr>
              <a:t>clg</a:t>
            </a:r>
            <a:r>
              <a:rPr lang="en-US" sz="14400" b="1" dirty="0" smtClean="0">
                <a:solidFill>
                  <a:srgbClr val="0070C0"/>
                </a:solidFill>
                <a:latin typeface="Preeti" pitchFamily="2" charset="0"/>
              </a:rPr>
              <a:t> </a:t>
            </a:r>
            <a:r>
              <a:rPr lang="en-US" sz="14400" b="1" dirty="0" err="1" smtClean="0">
                <a:solidFill>
                  <a:srgbClr val="0070C0"/>
                </a:solidFill>
                <a:latin typeface="Preeti"/>
              </a:rPr>
              <a:t>pgsf</a:t>
            </a:r>
            <a:r>
              <a:rPr lang="en-US" sz="14400" b="1" dirty="0" smtClean="0">
                <a:solidFill>
                  <a:srgbClr val="0070C0"/>
                </a:solidFill>
                <a:latin typeface="Preeti"/>
              </a:rPr>
              <a:t>] </a:t>
            </a:r>
            <a:r>
              <a:rPr lang="en-US" sz="14400" b="1" dirty="0" err="1" smtClean="0">
                <a:solidFill>
                  <a:srgbClr val="0070C0"/>
                </a:solidFill>
                <a:latin typeface="Preeti" pitchFamily="2" charset="0"/>
              </a:rPr>
              <a:t>gd'gf</a:t>
            </a:r>
            <a:r>
              <a:rPr lang="en-US" sz="14400" b="1" dirty="0" smtClean="0">
                <a:solidFill>
                  <a:srgbClr val="0070C0"/>
                </a:solidFill>
                <a:latin typeface="Preeti" pitchFamily="2" charset="0"/>
              </a:rPr>
              <a:t> 3/ </a:t>
            </a:r>
            <a:endParaRPr lang="en-US" sz="2800" dirty="0">
              <a:solidFill>
                <a:srgbClr val="0070C0"/>
              </a:solidFill>
              <a:latin typeface="Preeti" pitchFamily="2" charset="0"/>
            </a:endParaRPr>
          </a:p>
          <a:p>
            <a:pPr marL="0" indent="0">
              <a:buNone/>
            </a:pPr>
            <a:r>
              <a:rPr lang="en-US" dirty="0">
                <a:latin typeface="Preeti" pitchFamily="2" charset="0"/>
              </a:rPr>
              <a:t> </a:t>
            </a:r>
          </a:p>
          <a:p>
            <a:pPr algn="just"/>
            <a:r>
              <a:rPr lang="en-US" sz="6400" dirty="0" err="1" smtClean="0">
                <a:latin typeface="Preeti" pitchFamily="2" charset="0"/>
              </a:rPr>
              <a:t>lhjg</a:t>
            </a:r>
            <a:r>
              <a:rPr lang="en-US" sz="6400" dirty="0" smtClean="0">
                <a:latin typeface="Preeti" pitchFamily="2" charset="0"/>
              </a:rPr>
              <a:t> </a:t>
            </a:r>
            <a:r>
              <a:rPr lang="en-US" sz="6400" dirty="0">
                <a:latin typeface="Preeti" pitchFamily="2" charset="0"/>
              </a:rPr>
              <a:t>;+3if{ </a:t>
            </a:r>
            <a:r>
              <a:rPr lang="en-US" sz="6400" dirty="0" err="1">
                <a:latin typeface="Preeti" pitchFamily="2" charset="0"/>
              </a:rPr>
              <a:t>xf</a:t>
            </a:r>
            <a:r>
              <a:rPr lang="en-US" sz="6400" dirty="0">
                <a:latin typeface="Preeti" pitchFamily="2" charset="0"/>
              </a:rPr>
              <a:t>] of] </a:t>
            </a:r>
            <a:r>
              <a:rPr lang="en-US" sz="6400" dirty="0" err="1">
                <a:latin typeface="Preeti" pitchFamily="2" charset="0"/>
              </a:rPr>
              <a:t>s'g</a:t>
            </a:r>
            <a:r>
              <a:rPr lang="en-US" sz="6400" dirty="0">
                <a:latin typeface="Preeti" pitchFamily="2" charset="0"/>
              </a:rPr>
              <a:t>} </a:t>
            </a:r>
            <a:r>
              <a:rPr lang="en-US" sz="6400" dirty="0" err="1">
                <a:latin typeface="Preeti" pitchFamily="2" charset="0"/>
              </a:rPr>
              <a:t>bfz</a:t>
            </a:r>
            <a:r>
              <a:rPr lang="en-US" sz="6400" dirty="0">
                <a:latin typeface="Preeti" pitchFamily="2" charset="0"/>
              </a:rPr>
              <a:t>{</a:t>
            </a:r>
            <a:r>
              <a:rPr lang="en-US" sz="6400" dirty="0" err="1">
                <a:latin typeface="Preeti" pitchFamily="2" charset="0"/>
              </a:rPr>
              <a:t>lgs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Pjd</a:t>
            </a:r>
            <a:r>
              <a:rPr lang="en-US" sz="6400" dirty="0">
                <a:latin typeface="Preeti" pitchFamily="2" charset="0"/>
              </a:rPr>
              <a:t> ;</a:t>
            </a:r>
            <a:r>
              <a:rPr lang="en-US" sz="6400" dirty="0" err="1">
                <a:latin typeface="Preeti" pitchFamily="2" charset="0"/>
              </a:rPr>
              <a:t>dfh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zf:qLsf</a:t>
            </a:r>
            <a:r>
              <a:rPr lang="en-US" sz="6400" dirty="0">
                <a:latin typeface="Preeti" pitchFamily="2" charset="0"/>
              </a:rPr>
              <a:t>] </a:t>
            </a:r>
            <a:r>
              <a:rPr lang="en-US" sz="6400" dirty="0" err="1">
                <a:latin typeface="Preeti" pitchFamily="2" charset="0"/>
              </a:rPr>
              <a:t>egfO</a:t>
            </a:r>
            <a:r>
              <a:rPr lang="en-US" sz="6400" dirty="0">
                <a:latin typeface="Preeti" pitchFamily="2" charset="0"/>
              </a:rPr>
              <a:t>{ </a:t>
            </a:r>
            <a:r>
              <a:rPr lang="en-US" sz="6400" dirty="0" err="1">
                <a:latin typeface="Preeti" pitchFamily="2" charset="0"/>
              </a:rPr>
              <a:t>xf</a:t>
            </a:r>
            <a:r>
              <a:rPr lang="en-US" sz="6400" dirty="0">
                <a:latin typeface="Preeti" pitchFamily="2" charset="0"/>
              </a:rPr>
              <a:t>]</a:t>
            </a:r>
            <a:r>
              <a:rPr lang="en-US" sz="6400" dirty="0" err="1">
                <a:latin typeface="Preeti" pitchFamily="2" charset="0"/>
              </a:rPr>
              <a:t>Og</a:t>
            </a:r>
            <a:r>
              <a:rPr lang="en-US" sz="6400" dirty="0">
                <a:latin typeface="Preeti" pitchFamily="2" charset="0"/>
              </a:rPr>
              <a:t> of] t </a:t>
            </a:r>
            <a:r>
              <a:rPr lang="en-US" sz="6400" dirty="0" err="1">
                <a:latin typeface="Preeti" pitchFamily="2" charset="0"/>
              </a:rPr>
              <a:t>xfd</a:t>
            </a:r>
            <a:r>
              <a:rPr lang="en-US" sz="6400" dirty="0">
                <a:latin typeface="Preeti" pitchFamily="2" charset="0"/>
              </a:rPr>
              <a:t>|}  /;'</a:t>
            </a:r>
            <a:r>
              <a:rPr lang="en-US" sz="6400" dirty="0" err="1">
                <a:latin typeface="Preeti" pitchFamily="2" charset="0"/>
              </a:rPr>
              <a:t>jf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lhNnf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pt</a:t>
            </a:r>
            <a:r>
              <a:rPr lang="en-US" sz="6400" dirty="0">
                <a:latin typeface="Preeti" pitchFamily="2" charset="0"/>
              </a:rPr>
              <a:t>/</a:t>
            </a:r>
            <a:r>
              <a:rPr lang="en-US" sz="6400" dirty="0" err="1">
                <a:latin typeface="Preeti" pitchFamily="2" charset="0"/>
              </a:rPr>
              <a:t>uof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ufpFkfnLsf</a:t>
            </a:r>
            <a:r>
              <a:rPr lang="en-US" sz="6400" dirty="0">
                <a:latin typeface="Preeti" pitchFamily="2" charset="0"/>
              </a:rPr>
              <a:t> j8f g+ % </a:t>
            </a:r>
            <a:r>
              <a:rPr lang="en-US" sz="6400" dirty="0" err="1">
                <a:latin typeface="Preeti" pitchFamily="2" charset="0"/>
              </a:rPr>
              <a:t>ag'jf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 smtClean="0">
                <a:latin typeface="Preeti" pitchFamily="2" charset="0"/>
              </a:rPr>
              <a:t>ufp</a:t>
            </a:r>
            <a:r>
              <a:rPr lang="en-US" sz="6400" dirty="0" smtClean="0">
                <a:latin typeface="Preeti" pitchFamily="2" charset="0"/>
              </a:rPr>
              <a:t> a:g</a:t>
            </a:r>
            <a:r>
              <a:rPr lang="en-US" sz="6400" dirty="0">
                <a:latin typeface="Preeti" pitchFamily="2" charset="0"/>
              </a:rPr>
              <a:t>]  </a:t>
            </a:r>
            <a:r>
              <a:rPr lang="en-US" sz="6400" dirty="0" err="1">
                <a:latin typeface="Preeti" pitchFamily="2" charset="0"/>
              </a:rPr>
              <a:t>hfg'sf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Gof</a:t>
            </a:r>
            <a:r>
              <a:rPr lang="en-US" sz="6400" dirty="0">
                <a:latin typeface="Preeti" pitchFamily="2" charset="0"/>
              </a:rPr>
              <a:t>}</a:t>
            </a:r>
            <a:r>
              <a:rPr lang="en-US" sz="6400" dirty="0" err="1">
                <a:latin typeface="Preeti" pitchFamily="2" charset="0"/>
              </a:rPr>
              <a:t>kfg</a:t>
            </a:r>
            <a:r>
              <a:rPr lang="en-US" sz="6400" dirty="0">
                <a:latin typeface="Preeti" pitchFamily="2" charset="0"/>
              </a:rPr>
              <a:t>] sf] </a:t>
            </a:r>
            <a:r>
              <a:rPr lang="en-US" sz="6400" dirty="0" err="1">
                <a:latin typeface="Preeti" pitchFamily="2" charset="0"/>
              </a:rPr>
              <a:t>lhjgsf</a:t>
            </a:r>
            <a:r>
              <a:rPr lang="en-US" sz="6400" dirty="0">
                <a:latin typeface="Preeti" pitchFamily="2" charset="0"/>
              </a:rPr>
              <a:t>] ;f/ </a:t>
            </a:r>
            <a:r>
              <a:rPr lang="en-US" sz="6400" dirty="0" err="1">
                <a:latin typeface="Preeti" pitchFamily="2" charset="0"/>
              </a:rPr>
              <a:t>xf</a:t>
            </a:r>
            <a:r>
              <a:rPr lang="en-US" sz="6400" dirty="0">
                <a:latin typeface="Preeti" pitchFamily="2" charset="0"/>
              </a:rPr>
              <a:t>] </a:t>
            </a:r>
            <a:r>
              <a:rPr lang="en-US" sz="6400" dirty="0" err="1">
                <a:latin typeface="Preeti" pitchFamily="2" charset="0"/>
              </a:rPr>
              <a:t>pd</a:t>
            </a:r>
            <a:r>
              <a:rPr lang="en-US" sz="6400" dirty="0">
                <a:latin typeface="Preeti" pitchFamily="2" charset="0"/>
              </a:rPr>
              <a:t>]/ sf] </a:t>
            </a:r>
            <a:r>
              <a:rPr lang="en-US" sz="6400" dirty="0" err="1">
                <a:latin typeface="Preeti" pitchFamily="2" charset="0"/>
              </a:rPr>
              <a:t>lx;fan</a:t>
            </a:r>
            <a:r>
              <a:rPr lang="en-US" sz="6400" dirty="0">
                <a:latin typeface="Preeti" pitchFamily="2" charset="0"/>
              </a:rPr>
              <a:t>] $% </a:t>
            </a:r>
            <a:r>
              <a:rPr lang="en-US" sz="6400" dirty="0" err="1">
                <a:latin typeface="Preeti" pitchFamily="2" charset="0"/>
              </a:rPr>
              <a:t>aif</a:t>
            </a:r>
            <a:r>
              <a:rPr lang="en-US" sz="6400" dirty="0">
                <a:latin typeface="Preeti" pitchFamily="2" charset="0"/>
              </a:rPr>
              <a:t>{ k'/f </a:t>
            </a:r>
            <a:r>
              <a:rPr lang="en-US" sz="6400" dirty="0" err="1">
                <a:latin typeface="Preeti" pitchFamily="2" charset="0"/>
              </a:rPr>
              <a:t>ePsf</a:t>
            </a:r>
            <a:r>
              <a:rPr lang="en-US" sz="6400" dirty="0">
                <a:latin typeface="Preeti" pitchFamily="2" charset="0"/>
              </a:rPr>
              <a:t>] z}</a:t>
            </a:r>
            <a:r>
              <a:rPr lang="en-US" sz="6400" dirty="0" err="1">
                <a:latin typeface="Preeti" pitchFamily="2" charset="0"/>
              </a:rPr>
              <a:t>lIfs</a:t>
            </a:r>
            <a:r>
              <a:rPr lang="en-US" sz="6400" dirty="0">
                <a:latin typeface="Preeti" pitchFamily="2" charset="0"/>
              </a:rPr>
              <a:t> of]</a:t>
            </a:r>
            <a:r>
              <a:rPr lang="en-US" sz="6400" dirty="0" err="1">
                <a:latin typeface="Preeti" pitchFamily="2" charset="0"/>
              </a:rPr>
              <a:t>Uotf</a:t>
            </a:r>
            <a:r>
              <a:rPr lang="en-US" sz="6400" dirty="0">
                <a:latin typeface="Preeti" pitchFamily="2" charset="0"/>
              </a:rPr>
              <a:t> ;</a:t>
            </a:r>
            <a:r>
              <a:rPr lang="en-US" sz="6400" dirty="0" err="1">
                <a:latin typeface="Preeti" pitchFamily="2" charset="0"/>
              </a:rPr>
              <a:t>fdfGo</a:t>
            </a:r>
            <a:r>
              <a:rPr lang="en-US" sz="6400" dirty="0">
                <a:latin typeface="Preeti" pitchFamily="2" charset="0"/>
              </a:rPr>
              <a:t> ;</a:t>
            </a:r>
            <a:r>
              <a:rPr lang="en-US" sz="6400" dirty="0" err="1">
                <a:latin typeface="Preeti" pitchFamily="2" charset="0"/>
              </a:rPr>
              <a:t>lxdfq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ug</a:t>
            </a:r>
            <a:r>
              <a:rPr lang="en-US" sz="6400" dirty="0">
                <a:latin typeface="Preeti" pitchFamily="2" charset="0"/>
              </a:rPr>
              <a:t>{ ;Sg] </a:t>
            </a:r>
            <a:r>
              <a:rPr lang="en-US" sz="6400" dirty="0" err="1">
                <a:latin typeface="Preeti" pitchFamily="2" charset="0"/>
              </a:rPr>
              <a:t>pgsf</a:t>
            </a:r>
            <a:r>
              <a:rPr lang="en-US" sz="6400" dirty="0">
                <a:latin typeface="Preeti" pitchFamily="2" charset="0"/>
              </a:rPr>
              <a:t>] </a:t>
            </a:r>
            <a:r>
              <a:rPr lang="en-US" sz="6400" dirty="0" err="1">
                <a:latin typeface="Preeti" pitchFamily="2" charset="0"/>
              </a:rPr>
              <a:t>klxnf</a:t>
            </a:r>
            <a:r>
              <a:rPr lang="en-US" sz="6400" dirty="0">
                <a:latin typeface="Preeti" pitchFamily="2" charset="0"/>
              </a:rPr>
              <a:t> % </a:t>
            </a:r>
            <a:r>
              <a:rPr lang="en-US" sz="6400" dirty="0" err="1">
                <a:latin typeface="Preeti" pitchFamily="2" charset="0"/>
              </a:rPr>
              <a:t>hgfsf</a:t>
            </a:r>
            <a:r>
              <a:rPr lang="en-US" sz="6400" dirty="0">
                <a:latin typeface="Preeti" pitchFamily="2" charset="0"/>
              </a:rPr>
              <a:t>] ;</a:t>
            </a:r>
            <a:r>
              <a:rPr lang="en-US" sz="6400" dirty="0" err="1">
                <a:latin typeface="Preeti" pitchFamily="2" charset="0"/>
              </a:rPr>
              <a:t>fgf</a:t>
            </a:r>
            <a:r>
              <a:rPr lang="en-US" sz="6400" dirty="0">
                <a:latin typeface="Preeti" pitchFamily="2" charset="0"/>
              </a:rPr>
              <a:t>] kl/</a:t>
            </a:r>
            <a:r>
              <a:rPr lang="en-US" sz="6400" dirty="0" err="1">
                <a:latin typeface="Preeti" pitchFamily="2" charset="0"/>
              </a:rPr>
              <a:t>jf</a:t>
            </a:r>
            <a:r>
              <a:rPr lang="en-US" sz="6400" dirty="0">
                <a:latin typeface="Preeti" pitchFamily="2" charset="0"/>
              </a:rPr>
              <a:t>/ </a:t>
            </a:r>
            <a:r>
              <a:rPr lang="en-US" sz="6400" dirty="0" err="1">
                <a:latin typeface="Preeti" pitchFamily="2" charset="0"/>
              </a:rPr>
              <a:t>lyof</a:t>
            </a:r>
            <a:r>
              <a:rPr lang="en-US" sz="6400" dirty="0">
                <a:latin typeface="Preeti" pitchFamily="2" charset="0"/>
              </a:rPr>
              <a:t>]. </a:t>
            </a:r>
            <a:r>
              <a:rPr lang="en-US" sz="6400" dirty="0" err="1">
                <a:latin typeface="Preeti" pitchFamily="2" charset="0"/>
              </a:rPr>
              <a:t>TotL</a:t>
            </a:r>
            <a:r>
              <a:rPr lang="en-US" sz="6400" dirty="0">
                <a:latin typeface="Preeti" pitchFamily="2" charset="0"/>
              </a:rPr>
              <a:t> a]</a:t>
            </a:r>
            <a:r>
              <a:rPr lang="en-US" sz="6400" dirty="0" err="1">
                <a:latin typeface="Preeti" pitchFamily="2" charset="0"/>
              </a:rPr>
              <a:t>nf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kgL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ul</a:t>
            </a:r>
            <a:r>
              <a:rPr lang="en-US" sz="6400" dirty="0">
                <a:latin typeface="Preeti" pitchFamily="2" charset="0"/>
              </a:rPr>
              <a:t>/</a:t>
            </a:r>
            <a:r>
              <a:rPr lang="en-US" sz="6400" dirty="0" err="1">
                <a:latin typeface="Preeti" pitchFamily="2" charset="0"/>
              </a:rPr>
              <a:t>aL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eP</a:t>
            </a:r>
            <a:r>
              <a:rPr lang="en-US" sz="6400" dirty="0">
                <a:latin typeface="Preeti" pitchFamily="2" charset="0"/>
              </a:rPr>
              <a:t>/ </a:t>
            </a:r>
            <a:r>
              <a:rPr lang="en-US" sz="6400" dirty="0" err="1">
                <a:latin typeface="Preeti" pitchFamily="2" charset="0"/>
              </a:rPr>
              <a:t>kgL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lhag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lg</a:t>
            </a:r>
            <a:r>
              <a:rPr lang="en-US" sz="6400" dirty="0">
                <a:latin typeface="Preeti" pitchFamily="2" charset="0"/>
              </a:rPr>
              <a:t>{</a:t>
            </a:r>
            <a:r>
              <a:rPr lang="en-US" sz="6400" dirty="0" err="1">
                <a:latin typeface="Preeti" pitchFamily="2" charset="0"/>
              </a:rPr>
              <a:t>efx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eO</a:t>
            </a:r>
            <a:r>
              <a:rPr lang="en-US" sz="6400" dirty="0">
                <a:latin typeface="Preeti" pitchFamily="2" charset="0"/>
              </a:rPr>
              <a:t>{/x]</a:t>
            </a:r>
            <a:r>
              <a:rPr lang="en-US" sz="6400" dirty="0" err="1">
                <a:latin typeface="Preeti" pitchFamily="2" charset="0"/>
              </a:rPr>
              <a:t>sf</a:t>
            </a:r>
            <a:r>
              <a:rPr lang="en-US" sz="6400" dirty="0">
                <a:latin typeface="Preeti" pitchFamily="2" charset="0"/>
              </a:rPr>
              <a:t>] </a:t>
            </a:r>
            <a:r>
              <a:rPr lang="en-US" sz="6400" dirty="0" err="1">
                <a:latin typeface="Preeti" pitchFamily="2" charset="0"/>
              </a:rPr>
              <a:t>pgsf</a:t>
            </a:r>
            <a:r>
              <a:rPr lang="en-US" sz="6400" dirty="0">
                <a:latin typeface="Preeti" pitchFamily="2" charset="0"/>
              </a:rPr>
              <a:t>] kl/</a:t>
            </a:r>
            <a:r>
              <a:rPr lang="en-US" sz="6400" dirty="0" err="1">
                <a:latin typeface="Preeti" pitchFamily="2" charset="0"/>
              </a:rPr>
              <a:t>jf</a:t>
            </a:r>
            <a:r>
              <a:rPr lang="en-US" sz="6400" dirty="0">
                <a:latin typeface="Preeti" pitchFamily="2" charset="0"/>
              </a:rPr>
              <a:t>/</a:t>
            </a:r>
            <a:r>
              <a:rPr lang="en-US" sz="6400" dirty="0" err="1">
                <a:latin typeface="Preeti" pitchFamily="2" charset="0"/>
              </a:rPr>
              <a:t>df</a:t>
            </a:r>
            <a:r>
              <a:rPr lang="en-US" sz="6400" dirty="0">
                <a:latin typeface="Preeti" pitchFamily="2" charset="0"/>
              </a:rPr>
              <a:t> @ 5f]/L !5f]/f /  l&gt;</a:t>
            </a:r>
            <a:r>
              <a:rPr lang="en-US" sz="6400" dirty="0" err="1">
                <a:latin typeface="Preeti" pitchFamily="2" charset="0"/>
              </a:rPr>
              <a:t>dfg</a:t>
            </a:r>
            <a:r>
              <a:rPr lang="en-US" sz="6400" dirty="0">
                <a:latin typeface="Preeti" pitchFamily="2" charset="0"/>
              </a:rPr>
              <a:t> &gt;</a:t>
            </a:r>
            <a:r>
              <a:rPr lang="en-US" sz="6400" dirty="0" err="1">
                <a:latin typeface="Preeti" pitchFamily="2" charset="0"/>
              </a:rPr>
              <a:t>LdtL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lyP</a:t>
            </a:r>
            <a:r>
              <a:rPr lang="en-US" sz="6400" dirty="0">
                <a:latin typeface="Preeti" pitchFamily="2" charset="0"/>
              </a:rPr>
              <a:t>. </a:t>
            </a:r>
            <a:r>
              <a:rPr lang="en-US" sz="6400" dirty="0" err="1">
                <a:latin typeface="Preeti" pitchFamily="2" charset="0"/>
              </a:rPr>
              <a:t>TotL</a:t>
            </a:r>
            <a:r>
              <a:rPr lang="en-US" sz="6400" dirty="0">
                <a:latin typeface="Preeti" pitchFamily="2" charset="0"/>
              </a:rPr>
              <a:t> a]</a:t>
            </a:r>
            <a:r>
              <a:rPr lang="en-US" sz="6400" dirty="0" err="1">
                <a:latin typeface="Preeti" pitchFamily="2" charset="0"/>
              </a:rPr>
              <a:t>nf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kgL</a:t>
            </a:r>
            <a:r>
              <a:rPr lang="en-US" sz="6400" dirty="0">
                <a:latin typeface="Preeti" pitchFamily="2" charset="0"/>
              </a:rPr>
              <a:t> 5f]/f 5f]/L k9fpg / 3/ </a:t>
            </a:r>
            <a:r>
              <a:rPr lang="en-US" sz="6400" dirty="0" err="1">
                <a:latin typeface="Preeti" pitchFamily="2" charset="0"/>
              </a:rPr>
              <a:t>Joaf</a:t>
            </a:r>
            <a:r>
              <a:rPr lang="en-US" sz="6400" dirty="0">
                <a:latin typeface="Preeti" pitchFamily="2" charset="0"/>
              </a:rPr>
              <a:t>/ </a:t>
            </a:r>
            <a:r>
              <a:rPr lang="en-US" sz="6400" dirty="0" err="1">
                <a:latin typeface="Preeti" pitchFamily="2" charset="0"/>
              </a:rPr>
              <a:t>rnfpg</a:t>
            </a:r>
            <a:r>
              <a:rPr lang="en-US" sz="6400" dirty="0">
                <a:latin typeface="Preeti" pitchFamily="2" charset="0"/>
              </a:rPr>
              <a:t> s7LgfO{ </a:t>
            </a:r>
            <a:r>
              <a:rPr lang="en-US" sz="6400" dirty="0" err="1">
                <a:latin typeface="Preeti" pitchFamily="2" charset="0"/>
              </a:rPr>
              <a:t>x'Gyf</a:t>
            </a:r>
            <a:r>
              <a:rPr lang="en-US" sz="6400" dirty="0">
                <a:latin typeface="Preeti" pitchFamily="2" charset="0"/>
              </a:rPr>
              <a:t>]. </a:t>
            </a:r>
            <a:r>
              <a:rPr lang="en-US" sz="6400" dirty="0" err="1">
                <a:latin typeface="Preeti" pitchFamily="2" charset="0"/>
              </a:rPr>
              <a:t>Toxf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dfyL</a:t>
            </a:r>
            <a:r>
              <a:rPr lang="en-US" sz="6400" dirty="0">
                <a:latin typeface="Preeti" pitchFamily="2" charset="0"/>
              </a:rPr>
              <a:t> ;</a:t>
            </a:r>
            <a:r>
              <a:rPr lang="en-US" sz="6400" dirty="0" err="1">
                <a:latin typeface="Preeti" pitchFamily="2" charset="0"/>
              </a:rPr>
              <a:t>fx'sf</a:t>
            </a:r>
            <a:r>
              <a:rPr lang="en-US" sz="6400" dirty="0">
                <a:latin typeface="Preeti" pitchFamily="2" charset="0"/>
              </a:rPr>
              <a:t>] C0f n] ;</a:t>
            </a:r>
            <a:r>
              <a:rPr lang="en-US" sz="6400" dirty="0" err="1">
                <a:latin typeface="Preeti" pitchFamily="2" charset="0"/>
              </a:rPr>
              <a:t>tfO</a:t>
            </a:r>
            <a:r>
              <a:rPr lang="en-US" sz="6400" dirty="0">
                <a:latin typeface="Preeti" pitchFamily="2" charset="0"/>
              </a:rPr>
              <a:t>{ /</a:t>
            </a:r>
            <a:r>
              <a:rPr lang="en-US" sz="6400" dirty="0" err="1">
                <a:latin typeface="Preeti" pitchFamily="2" charset="0"/>
              </a:rPr>
              <a:t>xGyf</a:t>
            </a:r>
            <a:r>
              <a:rPr lang="en-US" sz="6400" dirty="0">
                <a:latin typeface="Preeti" pitchFamily="2" charset="0"/>
              </a:rPr>
              <a:t>] </a:t>
            </a:r>
            <a:r>
              <a:rPr lang="en-US" sz="6400" dirty="0" err="1">
                <a:latin typeface="Preeti" pitchFamily="2" charset="0"/>
              </a:rPr>
              <a:t>crfgs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pgsf</a:t>
            </a:r>
            <a:r>
              <a:rPr lang="en-US" sz="6400" dirty="0">
                <a:latin typeface="Preeti" pitchFamily="2" charset="0"/>
              </a:rPr>
              <a:t>] &gt;</a:t>
            </a:r>
            <a:r>
              <a:rPr lang="en-US" sz="6400" dirty="0" err="1">
                <a:latin typeface="Preeti" pitchFamily="2" charset="0"/>
              </a:rPr>
              <a:t>Ldfgsf</a:t>
            </a:r>
            <a:r>
              <a:rPr lang="en-US" sz="6400" dirty="0">
                <a:latin typeface="Preeti" pitchFamily="2" charset="0"/>
              </a:rPr>
              <a:t>] </a:t>
            </a:r>
            <a:r>
              <a:rPr lang="en-US" sz="6400" dirty="0" err="1">
                <a:latin typeface="Preeti" pitchFamily="2" charset="0"/>
              </a:rPr>
              <a:t>sfn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utLn</a:t>
            </a:r>
            <a:r>
              <a:rPr lang="en-US" sz="6400" dirty="0">
                <a:latin typeface="Preeti" pitchFamily="2" charset="0"/>
              </a:rPr>
              <a:t>]   </a:t>
            </a:r>
            <a:r>
              <a:rPr lang="en-US" sz="6400" dirty="0" smtClean="0">
                <a:latin typeface="Preeti" pitchFamily="2" charset="0"/>
              </a:rPr>
              <a:t>$@   </a:t>
            </a:r>
            <a:r>
              <a:rPr lang="en-US" sz="6400" dirty="0" err="1">
                <a:latin typeface="Preeti" pitchFamily="2" charset="0"/>
              </a:rPr>
              <a:t>aif</a:t>
            </a:r>
            <a:r>
              <a:rPr lang="en-US" sz="6400" dirty="0">
                <a:latin typeface="Preeti" pitchFamily="2" charset="0"/>
              </a:rPr>
              <a:t>{</a:t>
            </a:r>
            <a:r>
              <a:rPr lang="en-US" sz="6400" dirty="0" err="1">
                <a:latin typeface="Preeti" pitchFamily="2" charset="0"/>
              </a:rPr>
              <a:t>sf</a:t>
            </a:r>
            <a:r>
              <a:rPr lang="en-US" sz="6400" dirty="0">
                <a:latin typeface="Preeti" pitchFamily="2" charset="0"/>
              </a:rPr>
              <a:t>] </a:t>
            </a:r>
            <a:r>
              <a:rPr lang="en-US" sz="6400" dirty="0" err="1">
                <a:latin typeface="Preeti" pitchFamily="2" charset="0"/>
              </a:rPr>
              <a:t>pd</a:t>
            </a:r>
            <a:r>
              <a:rPr lang="en-US" sz="6400" dirty="0">
                <a:latin typeface="Preeti" pitchFamily="2" charset="0"/>
              </a:rPr>
              <a:t>]/</a:t>
            </a:r>
            <a:r>
              <a:rPr lang="en-US" sz="6400" dirty="0" err="1">
                <a:latin typeface="Preeti" pitchFamily="2" charset="0"/>
              </a:rPr>
              <a:t>df</a:t>
            </a:r>
            <a:r>
              <a:rPr lang="en-US" sz="6400" dirty="0">
                <a:latin typeface="Preeti" pitchFamily="2" charset="0"/>
              </a:rPr>
              <a:t> d[To' </a:t>
            </a:r>
            <a:r>
              <a:rPr lang="en-US" sz="6400" dirty="0" err="1">
                <a:latin typeface="Preeti" pitchFamily="2" charset="0"/>
              </a:rPr>
              <a:t>x'g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uof</a:t>
            </a:r>
            <a:r>
              <a:rPr lang="en-US" sz="6400" dirty="0">
                <a:latin typeface="Preeti" pitchFamily="2" charset="0"/>
              </a:rPr>
              <a:t>] To; kl5 </a:t>
            </a:r>
            <a:r>
              <a:rPr lang="en-US" sz="6400" dirty="0" err="1">
                <a:latin typeface="Preeti" pitchFamily="2" charset="0"/>
              </a:rPr>
              <a:t>emg</a:t>
            </a:r>
            <a:r>
              <a:rPr lang="en-US" sz="6400" dirty="0">
                <a:latin typeface="Preeti" pitchFamily="2" charset="0"/>
              </a:rPr>
              <a:t> 3/ </a:t>
            </a:r>
            <a:r>
              <a:rPr lang="en-US" sz="6400" dirty="0" err="1">
                <a:latin typeface="Preeti" pitchFamily="2" charset="0"/>
              </a:rPr>
              <a:t>Jojf</a:t>
            </a:r>
            <a:r>
              <a:rPr lang="en-US" sz="6400" dirty="0">
                <a:latin typeface="Preeti" pitchFamily="2" charset="0"/>
              </a:rPr>
              <a:t>/ </a:t>
            </a:r>
            <a:r>
              <a:rPr lang="en-US" sz="6400" dirty="0" err="1">
                <a:latin typeface="Preeti" pitchFamily="2" charset="0"/>
              </a:rPr>
              <a:t>rnfpg</a:t>
            </a:r>
            <a:r>
              <a:rPr lang="en-US" sz="6400" dirty="0">
                <a:latin typeface="Preeti" pitchFamily="2" charset="0"/>
              </a:rPr>
              <a:t> sl7gfO{ </a:t>
            </a:r>
            <a:r>
              <a:rPr lang="en-US" sz="6400" dirty="0" err="1">
                <a:latin typeface="Preeti" pitchFamily="2" charset="0"/>
              </a:rPr>
              <a:t>eof</a:t>
            </a:r>
            <a:r>
              <a:rPr lang="en-US" sz="6400" dirty="0">
                <a:latin typeface="Preeti" pitchFamily="2" charset="0"/>
              </a:rPr>
              <a:t>] 5f]/f </a:t>
            </a:r>
            <a:r>
              <a:rPr lang="en-US" sz="6400" dirty="0" err="1">
                <a:latin typeface="Preeti" pitchFamily="2" charset="0"/>
              </a:rPr>
              <a:t>kgL</a:t>
            </a:r>
            <a:r>
              <a:rPr lang="en-US" sz="6400" dirty="0">
                <a:latin typeface="Preeti" pitchFamily="2" charset="0"/>
              </a:rPr>
              <a:t> ;</a:t>
            </a:r>
            <a:r>
              <a:rPr lang="en-US" sz="6400" dirty="0" err="1">
                <a:latin typeface="Preeti" pitchFamily="2" charset="0"/>
              </a:rPr>
              <a:t>fg</a:t>
            </a:r>
            <a:r>
              <a:rPr lang="en-US" sz="6400" dirty="0">
                <a:latin typeface="Preeti" pitchFamily="2" charset="0"/>
              </a:rPr>
              <a:t>} </a:t>
            </a:r>
            <a:r>
              <a:rPr lang="en-US" sz="6400" dirty="0" err="1">
                <a:latin typeface="Preeti" pitchFamily="2" charset="0"/>
              </a:rPr>
              <a:t>lyof</a:t>
            </a:r>
            <a:r>
              <a:rPr lang="en-US" sz="6400" dirty="0">
                <a:latin typeface="Preeti" pitchFamily="2" charset="0"/>
              </a:rPr>
              <a:t>] s]</a:t>
            </a:r>
            <a:r>
              <a:rPr lang="en-US" sz="6400" dirty="0" err="1">
                <a:latin typeface="Preeti" pitchFamily="2" charset="0"/>
              </a:rPr>
              <a:t>xL</a:t>
            </a:r>
            <a:r>
              <a:rPr lang="en-US" sz="6400" dirty="0">
                <a:latin typeface="Preeti" pitchFamily="2" charset="0"/>
              </a:rPr>
              <a:t> ;do kl5 5f]/</a:t>
            </a:r>
            <a:r>
              <a:rPr lang="en-US" sz="6400" dirty="0" err="1">
                <a:latin typeface="Preeti" pitchFamily="2" charset="0"/>
              </a:rPr>
              <a:t>Lx?sf</a:t>
            </a:r>
            <a:r>
              <a:rPr lang="en-US" sz="6400" dirty="0">
                <a:latin typeface="Preeti" pitchFamily="2" charset="0"/>
              </a:rPr>
              <a:t>] </a:t>
            </a:r>
            <a:r>
              <a:rPr lang="en-US" sz="6400" dirty="0" err="1">
                <a:latin typeface="Preeti" pitchFamily="2" charset="0"/>
              </a:rPr>
              <a:t>ljafx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kgL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ul</a:t>
            </a:r>
            <a:r>
              <a:rPr lang="en-US" sz="6400" dirty="0">
                <a:latin typeface="Preeti" pitchFamily="2" charset="0"/>
              </a:rPr>
              <a:t>/of] To; kl5 </a:t>
            </a:r>
            <a:r>
              <a:rPr lang="en-US" sz="6400" dirty="0" err="1">
                <a:latin typeface="Preeti" pitchFamily="2" charset="0"/>
              </a:rPr>
              <a:t>pgsf</a:t>
            </a:r>
            <a:r>
              <a:rPr lang="en-US" sz="6400" dirty="0">
                <a:latin typeface="Preeti" pitchFamily="2" charset="0"/>
              </a:rPr>
              <a:t>] </a:t>
            </a:r>
            <a:r>
              <a:rPr lang="en-US" sz="6400" dirty="0" err="1">
                <a:latin typeface="Preeti" pitchFamily="2" charset="0"/>
              </a:rPr>
              <a:t>cfdf</a:t>
            </a:r>
            <a:r>
              <a:rPr lang="en-US" sz="6400" dirty="0">
                <a:latin typeface="Preeti" pitchFamily="2" charset="0"/>
              </a:rPr>
              <a:t> 5f]/</a:t>
            </a:r>
            <a:r>
              <a:rPr lang="en-US" sz="6400" dirty="0" err="1">
                <a:latin typeface="Preeti" pitchFamily="2" charset="0"/>
              </a:rPr>
              <a:t>fdfq</a:t>
            </a:r>
            <a:r>
              <a:rPr lang="en-US" sz="6400" dirty="0">
                <a:latin typeface="Preeti" pitchFamily="2" charset="0"/>
              </a:rPr>
              <a:t>  a:g] u/by]}F .</a:t>
            </a:r>
            <a:r>
              <a:rPr lang="en-US" sz="6400" dirty="0" err="1">
                <a:latin typeface="Preeti" pitchFamily="2" charset="0"/>
              </a:rPr>
              <a:t>crfgs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pgnfO</a:t>
            </a:r>
            <a:r>
              <a:rPr lang="en-US" sz="6400" dirty="0" smtClean="0">
                <a:latin typeface="Preeti" pitchFamily="2" charset="0"/>
              </a:rPr>
              <a:t>{ </a:t>
            </a:r>
            <a:r>
              <a:rPr lang="en-US" sz="6400" dirty="0" err="1">
                <a:latin typeface="Preeti" pitchFamily="2" charset="0"/>
              </a:rPr>
              <a:t>Kof</a:t>
            </a:r>
            <a:r>
              <a:rPr lang="en-US" sz="6400" dirty="0">
                <a:latin typeface="Preeti" pitchFamily="2" charset="0"/>
              </a:rPr>
              <a:t>/</a:t>
            </a:r>
            <a:r>
              <a:rPr lang="en-US" sz="6400" dirty="0" err="1">
                <a:latin typeface="Preeti" pitchFamily="2" charset="0"/>
              </a:rPr>
              <a:t>fnfO;L</a:t>
            </a:r>
            <a:r>
              <a:rPr lang="en-US" sz="6400" dirty="0">
                <a:latin typeface="Preeti" pitchFamily="2" charset="0"/>
              </a:rPr>
              <a:t>; /f]u </a:t>
            </a:r>
            <a:r>
              <a:rPr lang="en-US" sz="6400" dirty="0" err="1">
                <a:latin typeface="Preeti" pitchFamily="2" charset="0"/>
              </a:rPr>
              <a:t>nfuf</a:t>
            </a:r>
            <a:r>
              <a:rPr lang="en-US" sz="6400" dirty="0">
                <a:latin typeface="Preeti" pitchFamily="2" charset="0"/>
              </a:rPr>
              <a:t>] To;k5Lt </a:t>
            </a:r>
            <a:r>
              <a:rPr lang="en-US" sz="6400" dirty="0" err="1">
                <a:latin typeface="Preeti" pitchFamily="2" charset="0"/>
              </a:rPr>
              <a:t>emg</a:t>
            </a:r>
            <a:r>
              <a:rPr lang="en-US" sz="6400" dirty="0">
                <a:latin typeface="Preeti" pitchFamily="2" charset="0"/>
              </a:rPr>
              <a:t>} ;</a:t>
            </a:r>
            <a:r>
              <a:rPr lang="en-US" sz="6400" dirty="0" err="1">
                <a:latin typeface="Preeti" pitchFamily="2" charset="0"/>
              </a:rPr>
              <a:t>d:of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ykL+bO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uof</a:t>
            </a:r>
            <a:r>
              <a:rPr lang="en-US" sz="6400" dirty="0">
                <a:latin typeface="Preeti" pitchFamily="2" charset="0"/>
              </a:rPr>
              <a:t>] 5f]/</a:t>
            </a:r>
            <a:r>
              <a:rPr lang="en-US" sz="6400" dirty="0" err="1">
                <a:latin typeface="Preeti" pitchFamily="2" charset="0"/>
              </a:rPr>
              <a:t>fnfO</a:t>
            </a:r>
            <a:r>
              <a:rPr lang="en-US" sz="6400" dirty="0">
                <a:latin typeface="Preeti" pitchFamily="2" charset="0"/>
              </a:rPr>
              <a:t>{ k9g </a:t>
            </a:r>
            <a:r>
              <a:rPr lang="en-US" sz="6400" dirty="0" err="1">
                <a:latin typeface="Preeti" pitchFamily="2" charset="0"/>
              </a:rPr>
              <a:t>hfg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kgL</a:t>
            </a:r>
            <a:r>
              <a:rPr lang="en-US" sz="6400" dirty="0">
                <a:latin typeface="Preeti" pitchFamily="2" charset="0"/>
              </a:rPr>
              <a:t> ;</a:t>
            </a:r>
            <a:r>
              <a:rPr lang="en-US" sz="6400" dirty="0" err="1">
                <a:latin typeface="Preeti" pitchFamily="2" charset="0"/>
              </a:rPr>
              <a:t>d:of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eof</a:t>
            </a:r>
            <a:r>
              <a:rPr lang="en-US" sz="6400" dirty="0">
                <a:latin typeface="Preeti" pitchFamily="2" charset="0"/>
              </a:rPr>
              <a:t>] </a:t>
            </a:r>
            <a:r>
              <a:rPr lang="en-US" sz="6400" dirty="0" err="1">
                <a:latin typeface="Preeti" pitchFamily="2" charset="0"/>
              </a:rPr>
              <a:t>b'v</a:t>
            </a:r>
            <a:r>
              <a:rPr lang="en-US" sz="6400" dirty="0">
                <a:latin typeface="Preeti" pitchFamily="2" charset="0"/>
              </a:rPr>
              <a:t> d]</a:t>
            </a:r>
            <a:r>
              <a:rPr lang="en-US" sz="6400" dirty="0" err="1">
                <a:latin typeface="Preeti" pitchFamily="2" charset="0"/>
              </a:rPr>
              <a:t>nf</a:t>
            </a:r>
            <a:r>
              <a:rPr lang="en-US" sz="6400" dirty="0">
                <a:latin typeface="Preeti" pitchFamily="2" charset="0"/>
              </a:rPr>
              <a:t>] u/]/ </a:t>
            </a:r>
            <a:r>
              <a:rPr lang="en-US" sz="6400" dirty="0" err="1">
                <a:latin typeface="Preeti" pitchFamily="2" charset="0"/>
              </a:rPr>
              <a:t>eokgL</a:t>
            </a:r>
            <a:r>
              <a:rPr lang="en-US" sz="6400" dirty="0">
                <a:latin typeface="Preeti" pitchFamily="2" charset="0"/>
              </a:rPr>
              <a:t> 5f]/f </a:t>
            </a:r>
            <a:r>
              <a:rPr lang="en-US" sz="6400" dirty="0">
                <a:latin typeface="Nirmala UI" pitchFamily="34" charset="0"/>
                <a:cs typeface="Nirmala UI" pitchFamily="34" charset="0"/>
              </a:rPr>
              <a:t>SLC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kf</a:t>
            </a:r>
            <a:r>
              <a:rPr lang="en-US" sz="6400" dirty="0">
                <a:latin typeface="Preeti" pitchFamily="2" charset="0"/>
              </a:rPr>
              <a:t>; </a:t>
            </a:r>
            <a:r>
              <a:rPr lang="en-US" sz="6400" dirty="0" err="1">
                <a:latin typeface="Preeti" pitchFamily="2" charset="0"/>
              </a:rPr>
              <a:t>eof</a:t>
            </a:r>
            <a:r>
              <a:rPr lang="en-US" sz="6400" dirty="0">
                <a:latin typeface="Preeti" pitchFamily="2" charset="0"/>
              </a:rPr>
              <a:t>.] To;kl5 5f]/f </a:t>
            </a:r>
            <a:r>
              <a:rPr lang="en-US" sz="6400" dirty="0" err="1">
                <a:latin typeface="Preeti" pitchFamily="2" charset="0"/>
              </a:rPr>
              <a:t>kgL</a:t>
            </a:r>
            <a:r>
              <a:rPr lang="en-US" sz="6400" dirty="0">
                <a:latin typeface="Preeti" pitchFamily="2" charset="0"/>
              </a:rPr>
              <a:t> ;x/ k9g uPkl5 </a:t>
            </a:r>
            <a:r>
              <a:rPr lang="en-US" sz="6400" dirty="0" err="1">
                <a:latin typeface="Preeti" pitchFamily="2" charset="0"/>
              </a:rPr>
              <a:t>pgL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oSn</a:t>
            </a:r>
            <a:r>
              <a:rPr lang="en-US" sz="6400" dirty="0">
                <a:latin typeface="Preeti" pitchFamily="2" charset="0"/>
              </a:rPr>
              <a:t>} 3/</a:t>
            </a:r>
            <a:r>
              <a:rPr lang="en-US" sz="6400" dirty="0" err="1">
                <a:latin typeface="Preeti" pitchFamily="2" charset="0"/>
              </a:rPr>
              <a:t>df</a:t>
            </a:r>
            <a:r>
              <a:rPr lang="en-US" sz="6400" dirty="0">
                <a:latin typeface="Preeti" pitchFamily="2" charset="0"/>
              </a:rPr>
              <a:t> a:g' k/\of]. 5f]/</a:t>
            </a:r>
            <a:r>
              <a:rPr lang="en-US" sz="6400" dirty="0" err="1">
                <a:latin typeface="Preeti" pitchFamily="2" charset="0"/>
              </a:rPr>
              <a:t>fn</a:t>
            </a:r>
            <a:r>
              <a:rPr lang="en-US" sz="6400" dirty="0">
                <a:latin typeface="Preeti" pitchFamily="2" charset="0"/>
              </a:rPr>
              <a:t>] ;x/</a:t>
            </a:r>
            <a:r>
              <a:rPr lang="en-US" sz="6400" dirty="0" err="1">
                <a:latin typeface="Preeti" pitchFamily="2" charset="0"/>
              </a:rPr>
              <a:t>df</a:t>
            </a:r>
            <a:r>
              <a:rPr lang="en-US" sz="6400" dirty="0">
                <a:latin typeface="Preeti" pitchFamily="2" charset="0"/>
              </a:rPr>
              <a:t> ;</a:t>
            </a:r>
            <a:r>
              <a:rPr lang="en-US" sz="6400" dirty="0" err="1">
                <a:latin typeface="Preeti" pitchFamily="2" charset="0"/>
              </a:rPr>
              <a:t>fgf</a:t>
            </a:r>
            <a:r>
              <a:rPr lang="en-US" sz="6400" dirty="0">
                <a:latin typeface="Preeti" pitchFamily="2" charset="0"/>
              </a:rPr>
              <a:t>] </a:t>
            </a:r>
            <a:r>
              <a:rPr lang="en-US" sz="6400" dirty="0" err="1">
                <a:latin typeface="Preeti" pitchFamily="2" charset="0"/>
              </a:rPr>
              <a:t>sfd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ub</a:t>
            </a:r>
            <a:r>
              <a:rPr lang="en-US" sz="6400" dirty="0">
                <a:latin typeface="Preeti" pitchFamily="2" charset="0"/>
              </a:rPr>
              <a:t>}{ </a:t>
            </a:r>
            <a:r>
              <a:rPr lang="en-US" sz="6400" dirty="0" err="1">
                <a:latin typeface="Preeti" pitchFamily="2" charset="0"/>
              </a:rPr>
              <a:t>cfkmgf</a:t>
            </a:r>
            <a:r>
              <a:rPr lang="en-US" sz="6400" dirty="0">
                <a:latin typeface="Preeti" pitchFamily="2" charset="0"/>
              </a:rPr>
              <a:t>] k9fOnfO{ </a:t>
            </a:r>
            <a:r>
              <a:rPr lang="en-US" sz="6400" dirty="0" err="1">
                <a:latin typeface="Preeti" pitchFamily="2" charset="0"/>
              </a:rPr>
              <a:t>lg</a:t>
            </a:r>
            <a:r>
              <a:rPr lang="en-US" sz="6400" dirty="0">
                <a:latin typeface="Preeti" pitchFamily="2" charset="0"/>
              </a:rPr>
              <a:t>/</a:t>
            </a:r>
            <a:r>
              <a:rPr lang="en-US" sz="6400" dirty="0" err="1">
                <a:latin typeface="Preeti" pitchFamily="2" charset="0"/>
              </a:rPr>
              <a:t>Gt</a:t>
            </a:r>
            <a:r>
              <a:rPr lang="en-US" sz="6400" dirty="0">
                <a:latin typeface="Preeti" pitchFamily="2" charset="0"/>
              </a:rPr>
              <a:t>/ cuf8L a8fO </a:t>
            </a:r>
            <a:r>
              <a:rPr lang="en-US" sz="6400" dirty="0" err="1">
                <a:latin typeface="Preeti" pitchFamily="2" charset="0"/>
              </a:rPr>
              <a:t>cfdfnfO</a:t>
            </a:r>
            <a:r>
              <a:rPr lang="en-US" sz="6400" dirty="0">
                <a:latin typeface="Preeti" pitchFamily="2" charset="0"/>
              </a:rPr>
              <a:t>{ 3/</a:t>
            </a:r>
            <a:r>
              <a:rPr lang="en-US" sz="6400" dirty="0" err="1">
                <a:latin typeface="Preeti" pitchFamily="2" charset="0"/>
              </a:rPr>
              <a:t>vr</a:t>
            </a:r>
            <a:r>
              <a:rPr lang="en-US" sz="6400" dirty="0">
                <a:latin typeface="Preeti" pitchFamily="2" charset="0"/>
              </a:rPr>
              <a:t>{ </a:t>
            </a:r>
            <a:r>
              <a:rPr lang="en-US" sz="6400" dirty="0" err="1">
                <a:latin typeface="Preeti" pitchFamily="2" charset="0"/>
              </a:rPr>
              <a:t>kgL</a:t>
            </a:r>
            <a:r>
              <a:rPr lang="en-US" sz="6400" dirty="0">
                <a:latin typeface="Preeti" pitchFamily="2" charset="0"/>
              </a:rPr>
              <a:t> k7fpg' k/</a:t>
            </a:r>
            <a:r>
              <a:rPr lang="en-US" sz="6400" dirty="0" err="1">
                <a:latin typeface="Preeti" pitchFamily="2" charset="0"/>
              </a:rPr>
              <a:t>yf</a:t>
            </a:r>
            <a:r>
              <a:rPr lang="en-US" sz="6400" dirty="0">
                <a:latin typeface="Preeti" pitchFamily="2" charset="0"/>
              </a:rPr>
              <a:t>]. v]</a:t>
            </a:r>
            <a:r>
              <a:rPr lang="en-US" sz="6400" dirty="0" err="1">
                <a:latin typeface="Preeti" pitchFamily="2" charset="0"/>
              </a:rPr>
              <a:t>tL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kftL</a:t>
            </a:r>
            <a:r>
              <a:rPr lang="en-US" sz="6400" dirty="0">
                <a:latin typeface="Preeti" pitchFamily="2" charset="0"/>
              </a:rPr>
              <a:t> af6 </a:t>
            </a:r>
            <a:r>
              <a:rPr lang="en-US" sz="6400" dirty="0" err="1">
                <a:latin typeface="Preeti" pitchFamily="2" charset="0"/>
              </a:rPr>
              <a:t>vfg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kgL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cfkm</a:t>
            </a:r>
            <a:r>
              <a:rPr lang="en-US" sz="6400" dirty="0">
                <a:latin typeface="Preeti" pitchFamily="2" charset="0"/>
              </a:rPr>
              <a:t>' a;]</a:t>
            </a:r>
            <a:r>
              <a:rPr lang="en-US" sz="6400" dirty="0" err="1">
                <a:latin typeface="Preeti" pitchFamily="2" charset="0"/>
              </a:rPr>
              <a:t>sf</a:t>
            </a:r>
            <a:r>
              <a:rPr lang="en-US" sz="6400" dirty="0">
                <a:latin typeface="Preeti" pitchFamily="2" charset="0"/>
              </a:rPr>
              <a:t>] 3/ </a:t>
            </a:r>
            <a:r>
              <a:rPr lang="en-US" sz="6400" dirty="0" err="1">
                <a:latin typeface="Preeti" pitchFamily="2" charset="0"/>
              </a:rPr>
              <a:t>kgL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dfOtLn</a:t>
            </a:r>
            <a:r>
              <a:rPr lang="en-US" sz="6400" dirty="0">
                <a:latin typeface="Preeti" pitchFamily="2" charset="0"/>
              </a:rPr>
              <a:t>] </a:t>
            </a:r>
            <a:r>
              <a:rPr lang="en-US" sz="6400" dirty="0" err="1">
                <a:latin typeface="Preeti" pitchFamily="2" charset="0"/>
              </a:rPr>
              <a:t>hUuf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lbO</a:t>
            </a:r>
            <a:r>
              <a:rPr lang="en-US" sz="6400" dirty="0">
                <a:latin typeface="Preeti" pitchFamily="2" charset="0"/>
              </a:rPr>
              <a:t>{P/ </a:t>
            </a:r>
            <a:r>
              <a:rPr lang="en-US" sz="6400" dirty="0" err="1">
                <a:latin typeface="Preeti" pitchFamily="2" charset="0"/>
              </a:rPr>
              <a:t>agfPsf</a:t>
            </a:r>
            <a:r>
              <a:rPr lang="en-US" sz="6400" dirty="0">
                <a:latin typeface="Preeti" pitchFamily="2" charset="0"/>
              </a:rPr>
              <a:t>]  </a:t>
            </a:r>
            <a:r>
              <a:rPr lang="en-US" sz="6400" dirty="0" err="1">
                <a:latin typeface="Preeti" pitchFamily="2" charset="0"/>
              </a:rPr>
              <a:t>lyof</a:t>
            </a:r>
            <a:r>
              <a:rPr lang="en-US" sz="6400" dirty="0">
                <a:latin typeface="Preeti" pitchFamily="2" charset="0"/>
              </a:rPr>
              <a:t>.] </a:t>
            </a:r>
            <a:r>
              <a:rPr lang="en-US" sz="6400" dirty="0" err="1">
                <a:latin typeface="Preeti" pitchFamily="2" charset="0"/>
              </a:rPr>
              <a:t>lgd</a:t>
            </a:r>
            <a:r>
              <a:rPr lang="en-US" sz="6400" dirty="0">
                <a:latin typeface="Preeti" pitchFamily="2" charset="0"/>
              </a:rPr>
              <a:t>]u u</a:t>
            </a:r>
            <a:r>
              <a:rPr lang="en-US" sz="6400" dirty="0" smtClean="0">
                <a:latin typeface="Preeti" pitchFamily="2" charset="0"/>
              </a:rPr>
              <a:t>/]/ </a:t>
            </a:r>
            <a:r>
              <a:rPr lang="en-US" sz="6400" dirty="0">
                <a:latin typeface="Preeti" pitchFamily="2" charset="0"/>
              </a:rPr>
              <a:t>kl/</a:t>
            </a:r>
            <a:r>
              <a:rPr lang="en-US" sz="6400" dirty="0" err="1">
                <a:latin typeface="Preeti" pitchFamily="2" charset="0"/>
              </a:rPr>
              <a:t>jf</a:t>
            </a:r>
            <a:r>
              <a:rPr lang="en-US" sz="6400" dirty="0">
                <a:latin typeface="Preeti" pitchFamily="2" charset="0"/>
              </a:rPr>
              <a:t>/ </a:t>
            </a:r>
            <a:r>
              <a:rPr lang="en-US" sz="6400" dirty="0" err="1">
                <a:latin typeface="Preeti" pitchFamily="2" charset="0"/>
              </a:rPr>
              <a:t>sf</a:t>
            </a:r>
            <a:r>
              <a:rPr lang="en-US" sz="6400" dirty="0">
                <a:latin typeface="Preeti" pitchFamily="2" charset="0"/>
              </a:rPr>
              <a:t>] </a:t>
            </a:r>
            <a:r>
              <a:rPr lang="en-US" sz="6400" dirty="0" err="1">
                <a:latin typeface="Preeti" pitchFamily="2" charset="0"/>
              </a:rPr>
              <a:t>u'hf</a:t>
            </a:r>
            <a:r>
              <a:rPr lang="en-US" sz="6400" dirty="0">
                <a:latin typeface="Preeti" pitchFamily="2" charset="0"/>
              </a:rPr>
              <a:t>/f </a:t>
            </a:r>
            <a:r>
              <a:rPr lang="en-US" sz="6400" dirty="0" err="1">
                <a:latin typeface="Preeti" pitchFamily="2" charset="0"/>
              </a:rPr>
              <a:t>rnfpg</a:t>
            </a:r>
            <a:r>
              <a:rPr lang="en-US" sz="6400" dirty="0">
                <a:latin typeface="Preeti" pitchFamily="2" charset="0"/>
              </a:rPr>
              <a:t>' k/</a:t>
            </a:r>
            <a:r>
              <a:rPr lang="en-US" sz="6400" dirty="0" err="1">
                <a:latin typeface="Preeti" pitchFamily="2" charset="0"/>
              </a:rPr>
              <a:t>yf</a:t>
            </a:r>
            <a:r>
              <a:rPr lang="en-US" sz="6400" dirty="0">
                <a:latin typeface="Preeti" pitchFamily="2" charset="0"/>
              </a:rPr>
              <a:t>]. </a:t>
            </a:r>
            <a:r>
              <a:rPr lang="en-US" sz="6400" dirty="0" err="1">
                <a:latin typeface="Preeti" pitchFamily="2" charset="0"/>
              </a:rPr>
              <a:t>ufpdf</a:t>
            </a:r>
            <a:r>
              <a:rPr lang="en-US" sz="6400" dirty="0">
                <a:latin typeface="Preeti" pitchFamily="2" charset="0"/>
              </a:rPr>
              <a:t> ;'</a:t>
            </a:r>
            <a:r>
              <a:rPr lang="en-US" sz="6400" dirty="0" err="1">
                <a:latin typeface="Preeti" pitchFamily="2" charset="0"/>
              </a:rPr>
              <a:t>s'daf;L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eO</a:t>
            </a:r>
            <a:r>
              <a:rPr lang="en-US" sz="6400" dirty="0">
                <a:latin typeface="Preeti" pitchFamily="2" charset="0"/>
              </a:rPr>
              <a:t>{ </a:t>
            </a:r>
            <a:r>
              <a:rPr lang="en-US" sz="6400" dirty="0" err="1">
                <a:latin typeface="Preeti" pitchFamily="2" charset="0"/>
              </a:rPr>
              <a:t>cfkmgf</a:t>
            </a:r>
            <a:r>
              <a:rPr lang="en-US" sz="6400" dirty="0">
                <a:latin typeface="Preeti" pitchFamily="2" charset="0"/>
              </a:rPr>
              <a:t>] </a:t>
            </a:r>
            <a:r>
              <a:rPr lang="en-US" sz="6400" dirty="0" err="1">
                <a:latin typeface="Preeti" pitchFamily="2" charset="0"/>
              </a:rPr>
              <a:t>lhjg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rnfO</a:t>
            </a:r>
            <a:r>
              <a:rPr lang="en-US" sz="6400" dirty="0">
                <a:latin typeface="Preeti" pitchFamily="2" charset="0"/>
              </a:rPr>
              <a:t> /x]</a:t>
            </a:r>
            <a:r>
              <a:rPr lang="en-US" sz="6400" dirty="0" err="1">
                <a:latin typeface="Preeti" pitchFamily="2" charset="0"/>
              </a:rPr>
              <a:t>sL</a:t>
            </a:r>
            <a:r>
              <a:rPr lang="en-US" sz="6400" dirty="0">
                <a:latin typeface="Preeti" pitchFamily="2" charset="0"/>
              </a:rPr>
              <a:t> </a:t>
            </a:r>
            <a:r>
              <a:rPr lang="en-US" sz="6400" dirty="0" err="1">
                <a:latin typeface="Preeti" pitchFamily="2" charset="0"/>
              </a:rPr>
              <a:t>lyOg</a:t>
            </a:r>
            <a:endParaRPr lang="en-US" sz="6400" dirty="0">
              <a:latin typeface="Preeti" pitchFamily="2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5029200" y="2286000"/>
            <a:ext cx="4114800" cy="43433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1400" dirty="0" smtClean="0">
                <a:latin typeface="Preeti" pitchFamily="2" charset="0"/>
              </a:rPr>
              <a:t/>
            </a:r>
            <a:br>
              <a:rPr lang="en-US" sz="1400" dirty="0" smtClean="0">
                <a:latin typeface="Preeti" pitchFamily="2" charset="0"/>
              </a:rPr>
            </a:br>
            <a:r>
              <a:rPr lang="en-US" sz="1400" dirty="0" err="1" smtClean="0">
                <a:latin typeface="Preeti" pitchFamily="2" charset="0"/>
              </a:rPr>
              <a:t>crfgs</a:t>
            </a:r>
            <a:r>
              <a:rPr lang="en-US" sz="1400" dirty="0" smtClean="0">
                <a:latin typeface="Preeti" pitchFamily="2" charset="0"/>
              </a:rPr>
              <a:t> @)&amp;@;</a:t>
            </a:r>
            <a:r>
              <a:rPr lang="en-US" sz="1400" dirty="0" err="1" smtClean="0">
                <a:latin typeface="Preeti" pitchFamily="2" charset="0"/>
              </a:rPr>
              <a:t>fn</a:t>
            </a:r>
            <a:r>
              <a:rPr lang="en-US" sz="1400" dirty="0" smtClean="0">
                <a:latin typeface="Preeti" pitchFamily="2" charset="0"/>
              </a:rPr>
              <a:t> a}</a:t>
            </a:r>
            <a:r>
              <a:rPr lang="en-US" sz="1400" dirty="0" err="1" smtClean="0">
                <a:latin typeface="Preeti" pitchFamily="2" charset="0"/>
              </a:rPr>
              <a:t>zfv</a:t>
            </a:r>
            <a:r>
              <a:rPr lang="en-US" sz="1400" dirty="0" smtClean="0">
                <a:latin typeface="Preeti" pitchFamily="2" charset="0"/>
              </a:rPr>
              <a:t> !@ </a:t>
            </a:r>
            <a:r>
              <a:rPr lang="en-US" sz="1400" dirty="0" err="1" smtClean="0">
                <a:latin typeface="Preeti" pitchFamily="2" charset="0"/>
              </a:rPr>
              <a:t>ut</a:t>
            </a:r>
            <a:r>
              <a:rPr lang="en-US" sz="1400" dirty="0" smtClean="0">
                <a:latin typeface="Preeti" pitchFamily="2" charset="0"/>
              </a:rPr>
              <a:t>] </a:t>
            </a:r>
            <a:r>
              <a:rPr lang="en-US" sz="1400" dirty="0" err="1" smtClean="0">
                <a:latin typeface="Preeti" pitchFamily="2" charset="0"/>
              </a:rPr>
              <a:t>uPsf</a:t>
            </a:r>
            <a:r>
              <a:rPr lang="en-US" sz="1400" dirty="0" smtClean="0">
                <a:latin typeface="Preeti" pitchFamily="2" charset="0"/>
              </a:rPr>
              <a:t>] </a:t>
            </a:r>
            <a:r>
              <a:rPr lang="en-US" sz="1400" dirty="0" err="1" smtClean="0">
                <a:latin typeface="Preeti" pitchFamily="2" charset="0"/>
              </a:rPr>
              <a:t>dxfljgf;sf</a:t>
            </a:r>
            <a:r>
              <a:rPr lang="en-US" sz="1400" dirty="0" smtClean="0">
                <a:latin typeface="Preeti" pitchFamily="2" charset="0"/>
              </a:rPr>
              <a:t>/L </a:t>
            </a:r>
            <a:r>
              <a:rPr lang="en-US" sz="1400" dirty="0" err="1" smtClean="0">
                <a:latin typeface="Preeti" pitchFamily="2" charset="0"/>
              </a:rPr>
              <a:t>e'sDkn</a:t>
            </a:r>
            <a:r>
              <a:rPr lang="en-US" sz="1400" dirty="0" smtClean="0">
                <a:latin typeface="Preeti" pitchFamily="2" charset="0"/>
              </a:rPr>
              <a:t>] </a:t>
            </a:r>
            <a:r>
              <a:rPr lang="en-US" sz="1400" dirty="0" err="1" smtClean="0">
                <a:latin typeface="Preeti" pitchFamily="2" charset="0"/>
              </a:rPr>
              <a:t>ToxL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dfOtLsf</a:t>
            </a:r>
            <a:r>
              <a:rPr lang="en-US" sz="1400" dirty="0" smtClean="0">
                <a:latin typeface="Preeti" pitchFamily="2" charset="0"/>
              </a:rPr>
              <a:t>] </a:t>
            </a:r>
            <a:r>
              <a:rPr lang="en-US" sz="1400" dirty="0" err="1" smtClean="0">
                <a:latin typeface="Preeti" pitchFamily="2" charset="0"/>
              </a:rPr>
              <a:t>hUufdf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eosf</a:t>
            </a:r>
            <a:r>
              <a:rPr lang="en-US" sz="1400" dirty="0" smtClean="0">
                <a:latin typeface="Preeti" pitchFamily="2" charset="0"/>
              </a:rPr>
              <a:t>] 3/ </a:t>
            </a:r>
            <a:r>
              <a:rPr lang="en-US" sz="1400" dirty="0" err="1" smtClean="0">
                <a:latin typeface="Preeti" pitchFamily="2" charset="0"/>
              </a:rPr>
              <a:t>klg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tx;gx</a:t>
            </a:r>
            <a:r>
              <a:rPr lang="en-US" sz="1400" dirty="0" smtClean="0">
                <a:latin typeface="Preeti" pitchFamily="2" charset="0"/>
              </a:rPr>
              <a:t>; </a:t>
            </a:r>
            <a:r>
              <a:rPr lang="en-US" sz="1400" dirty="0" err="1" smtClean="0">
                <a:latin typeface="Preeti" pitchFamily="2" charset="0"/>
              </a:rPr>
              <a:t>eof</a:t>
            </a:r>
            <a:r>
              <a:rPr lang="en-US" sz="1400" dirty="0" smtClean="0">
                <a:latin typeface="Preeti" pitchFamily="2" charset="0"/>
              </a:rPr>
              <a:t>.] To;kl5 </a:t>
            </a:r>
            <a:r>
              <a:rPr lang="en-US" sz="1400" dirty="0" err="1" smtClean="0">
                <a:latin typeface="Preeti" pitchFamily="2" charset="0"/>
              </a:rPr>
              <a:t>pgL</a:t>
            </a:r>
            <a:r>
              <a:rPr lang="en-US" sz="1400" dirty="0" smtClean="0">
                <a:latin typeface="Preeti" pitchFamily="2" charset="0"/>
              </a:rPr>
              <a:t> / </a:t>
            </a:r>
            <a:r>
              <a:rPr lang="en-US" sz="1400" dirty="0" err="1" smtClean="0">
                <a:latin typeface="Preeti" pitchFamily="2" charset="0"/>
              </a:rPr>
              <a:t>pgsf</a:t>
            </a:r>
            <a:r>
              <a:rPr lang="en-US" sz="1400" dirty="0" smtClean="0">
                <a:latin typeface="Preeti" pitchFamily="2" charset="0"/>
              </a:rPr>
              <a:t>] 5f]/</a:t>
            </a:r>
            <a:r>
              <a:rPr lang="en-US" sz="1400" dirty="0" err="1" smtClean="0">
                <a:latin typeface="Preeti" pitchFamily="2" charset="0"/>
              </a:rPr>
              <a:t>fsf</a:t>
            </a:r>
            <a:r>
              <a:rPr lang="en-US" sz="1400" dirty="0" smtClean="0">
                <a:latin typeface="Preeti" pitchFamily="2" charset="0"/>
              </a:rPr>
              <a:t>] </a:t>
            </a:r>
            <a:r>
              <a:rPr lang="en-US" sz="1400" dirty="0" err="1" smtClean="0">
                <a:latin typeface="Preeti" pitchFamily="2" charset="0"/>
              </a:rPr>
              <a:t>emg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ljhf</a:t>
            </a:r>
            <a:r>
              <a:rPr lang="en-US" sz="1400" dirty="0" smtClean="0">
                <a:latin typeface="Preeti" pitchFamily="2" charset="0"/>
              </a:rPr>
              <a:t>]u </a:t>
            </a:r>
            <a:r>
              <a:rPr lang="en-US" sz="1400" dirty="0" err="1" smtClean="0">
                <a:latin typeface="Preeti" pitchFamily="2" charset="0"/>
              </a:rPr>
              <a:t>eof</a:t>
            </a:r>
            <a:r>
              <a:rPr lang="en-US" sz="1400" dirty="0" smtClean="0">
                <a:latin typeface="Preeti" pitchFamily="2" charset="0"/>
              </a:rPr>
              <a:t>]. </a:t>
            </a:r>
            <a:r>
              <a:rPr lang="en-US" sz="1400" dirty="0" err="1" smtClean="0">
                <a:latin typeface="Preeti" pitchFamily="2" charset="0"/>
              </a:rPr>
              <a:t>otLsO</a:t>
            </a:r>
            <a:r>
              <a:rPr lang="en-US" sz="1400" dirty="0" smtClean="0">
                <a:latin typeface="Preeti" pitchFamily="2" charset="0"/>
              </a:rPr>
              <a:t>{ ;</a:t>
            </a:r>
            <a:r>
              <a:rPr lang="en-US" sz="1400" dirty="0" err="1" smtClean="0">
                <a:latin typeface="Preeti" pitchFamily="2" charset="0"/>
              </a:rPr>
              <a:t>fgf</a:t>
            </a:r>
            <a:r>
              <a:rPr lang="en-US" sz="1400" dirty="0" smtClean="0">
                <a:latin typeface="Preeti" pitchFamily="2" charset="0"/>
              </a:rPr>
              <a:t>] h:tfsf] 6x/f] </a:t>
            </a:r>
            <a:r>
              <a:rPr lang="en-US" sz="1400" dirty="0" err="1" smtClean="0">
                <a:latin typeface="Preeti" pitchFamily="2" charset="0"/>
              </a:rPr>
              <a:t>pgsf</a:t>
            </a:r>
            <a:r>
              <a:rPr lang="en-US" sz="1400" dirty="0" smtClean="0">
                <a:latin typeface="Preeti" pitchFamily="2" charset="0"/>
              </a:rPr>
              <a:t>] 5f]/f </a:t>
            </a:r>
            <a:r>
              <a:rPr lang="en-US" sz="1400" dirty="0" err="1" smtClean="0">
                <a:latin typeface="Preeti" pitchFamily="2" charset="0"/>
              </a:rPr>
              <a:t>cfo</a:t>
            </a:r>
            <a:r>
              <a:rPr lang="en-US" sz="1400" dirty="0" smtClean="0">
                <a:latin typeface="Preeti" pitchFamily="2" charset="0"/>
              </a:rPr>
              <a:t>/ </a:t>
            </a:r>
            <a:r>
              <a:rPr lang="en-US" sz="1400" dirty="0" err="1" smtClean="0">
                <a:latin typeface="Preeti" pitchFamily="2" charset="0"/>
              </a:rPr>
              <a:t>agfP</a:t>
            </a:r>
            <a:r>
              <a:rPr lang="en-US" sz="1400" dirty="0" smtClean="0">
                <a:latin typeface="Preeti" pitchFamily="2" charset="0"/>
              </a:rPr>
              <a:t> To;}</a:t>
            </a:r>
            <a:r>
              <a:rPr lang="en-US" sz="1400" dirty="0" err="1" smtClean="0">
                <a:latin typeface="Preeti" pitchFamily="2" charset="0"/>
              </a:rPr>
              <a:t>df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pgsf</a:t>
            </a:r>
            <a:r>
              <a:rPr lang="en-US" sz="1400" dirty="0" smtClean="0">
                <a:latin typeface="Preeti" pitchFamily="2" charset="0"/>
              </a:rPr>
              <a:t>] </a:t>
            </a:r>
            <a:r>
              <a:rPr lang="en-US" sz="1400" dirty="0" err="1" smtClean="0">
                <a:latin typeface="Preeti" pitchFamily="2" charset="0"/>
              </a:rPr>
              <a:t>af</a:t>
            </a:r>
            <a:r>
              <a:rPr lang="en-US" sz="1400" dirty="0" smtClean="0">
                <a:latin typeface="Preeti" pitchFamily="2" charset="0"/>
              </a:rPr>
              <a:t>; </a:t>
            </a:r>
            <a:r>
              <a:rPr lang="en-US" sz="1400" dirty="0" err="1" smtClean="0">
                <a:latin typeface="Preeti" pitchFamily="2" charset="0"/>
              </a:rPr>
              <a:t>x'g</a:t>
            </a:r>
            <a:r>
              <a:rPr lang="en-US" sz="1400" dirty="0" smtClean="0">
                <a:latin typeface="Preeti" pitchFamily="2" charset="0"/>
              </a:rPr>
              <a:t>] u/</a:t>
            </a:r>
            <a:r>
              <a:rPr lang="en-US" sz="1400" dirty="0" err="1" smtClean="0">
                <a:latin typeface="Preeti" pitchFamily="2" charset="0"/>
              </a:rPr>
              <a:t>byf</a:t>
            </a:r>
            <a:r>
              <a:rPr lang="en-US" sz="1400" dirty="0" smtClean="0">
                <a:latin typeface="Preeti" pitchFamily="2" charset="0"/>
              </a:rPr>
              <a:t>] @ </a:t>
            </a:r>
            <a:r>
              <a:rPr lang="en-US" sz="1400" dirty="0" err="1" smtClean="0">
                <a:latin typeface="Preeti" pitchFamily="2" charset="0"/>
              </a:rPr>
              <a:t>aif</a:t>
            </a:r>
            <a:r>
              <a:rPr lang="en-US" sz="1400" dirty="0" smtClean="0">
                <a:latin typeface="Preeti" pitchFamily="2" charset="0"/>
              </a:rPr>
              <a:t>{;</a:t>
            </a:r>
            <a:r>
              <a:rPr lang="en-US" sz="1400" dirty="0" err="1" smtClean="0">
                <a:latin typeface="Preeti" pitchFamily="2" charset="0"/>
              </a:rPr>
              <a:t>Dd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pgL</a:t>
            </a:r>
            <a:r>
              <a:rPr lang="en-US" sz="1400" dirty="0" smtClean="0">
                <a:latin typeface="Preeti" pitchFamily="2" charset="0"/>
              </a:rPr>
              <a:t> To; 6x/f]</a:t>
            </a:r>
            <a:r>
              <a:rPr lang="en-US" sz="1400" dirty="0" err="1" smtClean="0">
                <a:latin typeface="Preeti" pitchFamily="2" charset="0"/>
              </a:rPr>
              <a:t>df</a:t>
            </a:r>
            <a:r>
              <a:rPr lang="en-US" sz="1400" dirty="0" smtClean="0">
                <a:latin typeface="Preeti" pitchFamily="2" charset="0"/>
              </a:rPr>
              <a:t> 3fd </a:t>
            </a:r>
            <a:r>
              <a:rPr lang="en-US" sz="1400" dirty="0" err="1" smtClean="0">
                <a:latin typeface="Preeti" pitchFamily="2" charset="0"/>
              </a:rPr>
              <a:t>kfgL</a:t>
            </a:r>
            <a:r>
              <a:rPr lang="en-US" sz="1400" dirty="0" smtClean="0">
                <a:latin typeface="Preeti" pitchFamily="2" charset="0"/>
              </a:rPr>
              <a:t> af6 </a:t>
            </a:r>
            <a:r>
              <a:rPr lang="en-US" sz="1400" dirty="0" err="1" smtClean="0">
                <a:latin typeface="Preeti" pitchFamily="2" charset="0"/>
              </a:rPr>
              <a:t>tfTb</a:t>
            </a:r>
            <a:r>
              <a:rPr lang="en-US" sz="1400" dirty="0" smtClean="0">
                <a:latin typeface="Preeti" pitchFamily="2" charset="0"/>
              </a:rPr>
              <a:t>} </a:t>
            </a:r>
            <a:r>
              <a:rPr lang="en-US" sz="1400" dirty="0" err="1" smtClean="0">
                <a:latin typeface="Preeti" pitchFamily="2" charset="0"/>
              </a:rPr>
              <a:t>leHb</a:t>
            </a:r>
            <a:r>
              <a:rPr lang="en-US" sz="1400" dirty="0" smtClean="0">
                <a:latin typeface="Preeti" pitchFamily="2" charset="0"/>
              </a:rPr>
              <a:t>} </a:t>
            </a:r>
            <a:r>
              <a:rPr lang="en-US" sz="1400" dirty="0" err="1" smtClean="0">
                <a:latin typeface="Preeti" pitchFamily="2" charset="0"/>
              </a:rPr>
              <a:t>a;L</a:t>
            </a:r>
            <a:r>
              <a:rPr lang="en-US" sz="1400" dirty="0" smtClean="0">
                <a:latin typeface="Preeti" pitchFamily="2" charset="0"/>
              </a:rPr>
              <a:t>/x]</a:t>
            </a:r>
            <a:r>
              <a:rPr lang="en-US" sz="1400" dirty="0" err="1" smtClean="0">
                <a:latin typeface="Preeti" pitchFamily="2" charset="0"/>
              </a:rPr>
              <a:t>sL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lyOg</a:t>
            </a:r>
            <a:r>
              <a:rPr lang="en-US" sz="1400" dirty="0" smtClean="0">
                <a:latin typeface="Preeti" pitchFamily="2" charset="0"/>
              </a:rPr>
              <a:t>. </a:t>
            </a:r>
            <a:r>
              <a:rPr lang="en-US" sz="1400" dirty="0" err="1" smtClean="0">
                <a:latin typeface="Preeti" pitchFamily="2" charset="0"/>
              </a:rPr>
              <a:t>crfgs</a:t>
            </a:r>
            <a:r>
              <a:rPr lang="en-US" sz="1400" dirty="0" smtClean="0">
                <a:latin typeface="Preeti" pitchFamily="2" charset="0"/>
              </a:rPr>
              <a:t> Ps </a:t>
            </a:r>
            <a:r>
              <a:rPr lang="en-US" sz="1400" dirty="0" err="1" smtClean="0">
                <a:latin typeface="Preeti" pitchFamily="2" charset="0"/>
              </a:rPr>
              <a:t>lbg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pgn</a:t>
            </a:r>
            <a:r>
              <a:rPr lang="en-US" sz="1400" dirty="0" smtClean="0">
                <a:latin typeface="Preeti" pitchFamily="2" charset="0"/>
              </a:rPr>
              <a:t>] To; </a:t>
            </a:r>
            <a:r>
              <a:rPr lang="en-US" sz="1400" dirty="0" err="1" smtClean="0">
                <a:latin typeface="Preeti" pitchFamily="2" charset="0"/>
              </a:rPr>
              <a:t>ufpdf</a:t>
            </a:r>
            <a:r>
              <a:rPr lang="en-US" sz="1400" dirty="0" smtClean="0">
                <a:latin typeface="Preeti" pitchFamily="2" charset="0"/>
              </a:rPr>
              <a:t> o; </a:t>
            </a:r>
            <a:r>
              <a:rPr lang="en-US" sz="1400" dirty="0" err="1" smtClean="0">
                <a:latin typeface="Preeti" pitchFamily="2" charset="0"/>
              </a:rPr>
              <a:t>k'g</a:t>
            </a:r>
            <a:r>
              <a:rPr lang="en-US" sz="1400" dirty="0" smtClean="0">
                <a:latin typeface="Preeti" pitchFamily="2" charset="0"/>
              </a:rPr>
              <a:t> lgdf0f{ </a:t>
            </a:r>
            <a:r>
              <a:rPr lang="en-US" sz="1400" dirty="0" err="1" smtClean="0">
                <a:latin typeface="Preeti" pitchFamily="2" charset="0"/>
              </a:rPr>
              <a:t>sf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nfuL</a:t>
            </a:r>
            <a:r>
              <a:rPr lang="en-US" sz="1400" dirty="0" smtClean="0">
                <a:latin typeface="Preeti" pitchFamily="2" charset="0"/>
              </a:rPr>
              <a:t> lgdf0f ;</a:t>
            </a:r>
            <a:r>
              <a:rPr lang="en-US" sz="1400" dirty="0" err="1" smtClean="0">
                <a:latin typeface="Preeti" pitchFamily="2" charset="0"/>
              </a:rPr>
              <a:t>fdfu|L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cfk'tL</a:t>
            </a:r>
            <a:r>
              <a:rPr lang="en-US" sz="1400" dirty="0" smtClean="0">
                <a:latin typeface="Preeti" pitchFamily="2" charset="0"/>
              </a:rPr>
              <a:t>{ &gt;"</a:t>
            </a:r>
            <a:r>
              <a:rPr lang="en-US" sz="1400" dirty="0" err="1" smtClean="0">
                <a:latin typeface="Preeti" pitchFamily="2" charset="0"/>
              </a:rPr>
              <a:t>vnf</a:t>
            </a:r>
            <a:r>
              <a:rPr lang="en-US" sz="1400" dirty="0" smtClean="0">
                <a:latin typeface="Preeti" pitchFamily="2" charset="0"/>
              </a:rPr>
              <a:t> ;</a:t>
            </a:r>
            <a:r>
              <a:rPr lang="en-US" sz="1400" dirty="0" err="1" smtClean="0">
                <a:latin typeface="Preeti" pitchFamily="2" charset="0"/>
              </a:rPr>
              <a:t>jnLs</a:t>
            </a:r>
            <a:r>
              <a:rPr lang="en-US" sz="1400" dirty="0" smtClean="0">
                <a:latin typeface="Preeti" pitchFamily="2" charset="0"/>
              </a:rPr>
              <a:t>/0f kl/of]</a:t>
            </a:r>
            <a:r>
              <a:rPr lang="en-US" sz="1400" dirty="0" err="1" smtClean="0">
                <a:latin typeface="Preeti" pitchFamily="2" charset="0"/>
              </a:rPr>
              <a:t>hgf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sfos|d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cGt</a:t>
            </a:r>
            <a:r>
              <a:rPr lang="en-US" sz="1400" dirty="0" smtClean="0">
                <a:latin typeface="Preeti" pitchFamily="2" charset="0"/>
              </a:rPr>
              <a:t>{</a:t>
            </a:r>
            <a:r>
              <a:rPr lang="en-US" sz="1400" dirty="0" err="1" smtClean="0">
                <a:latin typeface="Preeti" pitchFamily="2" charset="0"/>
              </a:rPr>
              <a:t>ut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hghfu"tL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dlxnf</a:t>
            </a:r>
            <a:r>
              <a:rPr lang="en-US" sz="1400" dirty="0" smtClean="0">
                <a:latin typeface="Preeti" pitchFamily="2" charset="0"/>
              </a:rPr>
              <a:t> ;</a:t>
            </a:r>
            <a:r>
              <a:rPr lang="en-US" sz="1400" dirty="0" err="1" smtClean="0">
                <a:latin typeface="Preeti" pitchFamily="2" charset="0"/>
              </a:rPr>
              <a:t>d'x</a:t>
            </a:r>
            <a:r>
              <a:rPr lang="en-US" sz="1400" dirty="0" smtClean="0">
                <a:latin typeface="Preeti" pitchFamily="2" charset="0"/>
              </a:rPr>
              <a:t> af6 </a:t>
            </a:r>
            <a:r>
              <a:rPr lang="en-US" sz="1400" dirty="0" err="1" smtClean="0">
                <a:latin typeface="Preeti" pitchFamily="2" charset="0"/>
              </a:rPr>
              <a:t>ufpdf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sfo</a:t>
            </a:r>
            <a:r>
              <a:rPr lang="en-US" sz="1400" dirty="0" smtClean="0">
                <a:latin typeface="Preeti" pitchFamily="2" charset="0"/>
              </a:rPr>
              <a:t>{</a:t>
            </a:r>
            <a:r>
              <a:rPr lang="en-US" sz="1400" dirty="0" err="1" smtClean="0">
                <a:latin typeface="Preeti" pitchFamily="2" charset="0"/>
              </a:rPr>
              <a:t>s|d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eO</a:t>
            </a:r>
            <a:r>
              <a:rPr lang="en-US" sz="1400" dirty="0" smtClean="0">
                <a:latin typeface="Preeti" pitchFamily="2" charset="0"/>
              </a:rPr>
              <a:t>/</a:t>
            </a:r>
            <a:r>
              <a:rPr lang="en-US" sz="1400" dirty="0" err="1" smtClean="0">
                <a:latin typeface="Preeti" pitchFamily="2" charset="0"/>
              </a:rPr>
              <a:t>xbf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pgL</a:t>
            </a:r>
            <a:r>
              <a:rPr lang="en-US" sz="1400" dirty="0" smtClean="0">
                <a:latin typeface="Preeti" pitchFamily="2" charset="0"/>
              </a:rPr>
              <a:t>  </a:t>
            </a:r>
            <a:r>
              <a:rPr lang="en-US" sz="1400" dirty="0" err="1" smtClean="0">
                <a:latin typeface="Preeti" pitchFamily="2" charset="0"/>
              </a:rPr>
              <a:t>klg</a:t>
            </a:r>
            <a:r>
              <a:rPr lang="en-US" sz="1400" dirty="0" smtClean="0">
                <a:latin typeface="Preeti" pitchFamily="2" charset="0"/>
              </a:rPr>
              <a:t> To; </a:t>
            </a:r>
            <a:r>
              <a:rPr lang="en-US" sz="1400" dirty="0" err="1" smtClean="0">
                <a:latin typeface="Preeti" pitchFamily="2" charset="0"/>
              </a:rPr>
              <a:t>sfo</a:t>
            </a:r>
            <a:r>
              <a:rPr lang="en-US" sz="1400" dirty="0" smtClean="0">
                <a:latin typeface="Preeti" pitchFamily="2" charset="0"/>
              </a:rPr>
              <a:t>{</a:t>
            </a:r>
            <a:r>
              <a:rPr lang="en-US" sz="1400" dirty="0" err="1" smtClean="0">
                <a:latin typeface="Preeti" pitchFamily="2" charset="0"/>
              </a:rPr>
              <a:t>s|ddf</a:t>
            </a:r>
            <a:r>
              <a:rPr lang="en-US" sz="1400" dirty="0" smtClean="0">
                <a:latin typeface="Preeti" pitchFamily="2" charset="0"/>
              </a:rPr>
              <a:t> ;</a:t>
            </a:r>
            <a:r>
              <a:rPr lang="en-US" sz="1400" dirty="0" err="1" smtClean="0">
                <a:latin typeface="Preeti" pitchFamily="2" charset="0"/>
              </a:rPr>
              <a:t>xefuL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x'g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kfPFsf</a:t>
            </a:r>
            <a:r>
              <a:rPr lang="en-US" sz="1400" dirty="0" smtClean="0">
                <a:latin typeface="Preeti" pitchFamily="2" charset="0"/>
              </a:rPr>
              <a:t>] / Toxfaf6 </a:t>
            </a:r>
            <a:r>
              <a:rPr lang="en-US" sz="1400" dirty="0" err="1" smtClean="0">
                <a:latin typeface="Preeti" pitchFamily="2" charset="0"/>
              </a:rPr>
              <a:t>pgn</a:t>
            </a:r>
            <a:r>
              <a:rPr lang="en-US" sz="1400" dirty="0" smtClean="0">
                <a:latin typeface="Preeti" pitchFamily="2" charset="0"/>
              </a:rPr>
              <a:t>] </a:t>
            </a:r>
            <a:r>
              <a:rPr lang="en-US" sz="1400" dirty="0" err="1" smtClean="0">
                <a:latin typeface="Preeti" pitchFamily="2" charset="0"/>
              </a:rPr>
              <a:t>o;sfo</a:t>
            </a:r>
            <a:r>
              <a:rPr lang="en-US" sz="1400" dirty="0" smtClean="0">
                <a:latin typeface="Preeti" pitchFamily="2" charset="0"/>
              </a:rPr>
              <a:t>{</a:t>
            </a:r>
            <a:r>
              <a:rPr lang="en-US" sz="1400" dirty="0" err="1" smtClean="0">
                <a:latin typeface="Preeti" pitchFamily="2" charset="0"/>
              </a:rPr>
              <a:t>s|d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af</a:t>
            </a:r>
            <a:r>
              <a:rPr lang="en-US" sz="1400" dirty="0" smtClean="0">
                <a:latin typeface="Preeti" pitchFamily="2" charset="0"/>
              </a:rPr>
              <a:t>/] </a:t>
            </a:r>
            <a:r>
              <a:rPr lang="en-US" sz="1400" dirty="0" err="1" smtClean="0">
                <a:latin typeface="Preeti" pitchFamily="2" charset="0"/>
              </a:rPr>
              <a:t>hfgsf</a:t>
            </a:r>
            <a:r>
              <a:rPr lang="en-US" sz="1400" dirty="0" smtClean="0">
                <a:latin typeface="Preeti" pitchFamily="2" charset="0"/>
              </a:rPr>
              <a:t>/L </a:t>
            </a:r>
            <a:r>
              <a:rPr lang="en-US" sz="1400" dirty="0" err="1" smtClean="0">
                <a:latin typeface="Preeti" pitchFamily="2" charset="0"/>
              </a:rPr>
              <a:t>kfOg</a:t>
            </a:r>
            <a:r>
              <a:rPr lang="en-US" sz="1400" dirty="0" smtClean="0">
                <a:latin typeface="Preeti" pitchFamily="2" charset="0"/>
              </a:rPr>
              <a:t>. </a:t>
            </a:r>
            <a:r>
              <a:rPr lang="en-US" sz="1400" dirty="0" err="1" smtClean="0">
                <a:latin typeface="Preeti" pitchFamily="2" charset="0"/>
              </a:rPr>
              <a:t>pgnfO</a:t>
            </a:r>
            <a:r>
              <a:rPr lang="en-US" sz="1400" dirty="0" smtClean="0">
                <a:latin typeface="Preeti" pitchFamily="2" charset="0"/>
              </a:rPr>
              <a:t>{ </a:t>
            </a:r>
            <a:r>
              <a:rPr lang="en-US" sz="1400" dirty="0" err="1" smtClean="0">
                <a:latin typeface="Preeti" pitchFamily="2" charset="0"/>
              </a:rPr>
              <a:t>Toxfsf</a:t>
            </a:r>
            <a:r>
              <a:rPr lang="en-US" sz="1400" dirty="0" smtClean="0">
                <a:latin typeface="Preeti" pitchFamily="2" charset="0"/>
              </a:rPr>
              <a:t>] ;</a:t>
            </a:r>
            <a:r>
              <a:rPr lang="en-US" sz="1400" dirty="0" err="1" smtClean="0">
                <a:latin typeface="Preeti" pitchFamily="2" charset="0"/>
              </a:rPr>
              <a:t>d'bfon</a:t>
            </a:r>
            <a:r>
              <a:rPr lang="en-US" sz="1400" dirty="0" smtClean="0">
                <a:latin typeface="Preeti" pitchFamily="2" charset="0"/>
              </a:rPr>
              <a:t>] </a:t>
            </a:r>
            <a:r>
              <a:rPr lang="en-US" sz="1400" dirty="0" err="1" smtClean="0">
                <a:latin typeface="Preeti" pitchFamily="2" charset="0"/>
              </a:rPr>
              <a:t>klg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gd'gf</a:t>
            </a:r>
            <a:r>
              <a:rPr lang="en-US" sz="1400" dirty="0" smtClean="0">
                <a:latin typeface="Preeti" pitchFamily="2" charset="0"/>
              </a:rPr>
              <a:t> 3/</a:t>
            </a:r>
            <a:r>
              <a:rPr lang="en-US" sz="1400" dirty="0" err="1" smtClean="0">
                <a:latin typeface="Preeti" pitchFamily="2" charset="0"/>
              </a:rPr>
              <a:t>sf</a:t>
            </a:r>
            <a:r>
              <a:rPr lang="en-US" sz="1400" dirty="0" smtClean="0">
                <a:latin typeface="Preeti" pitchFamily="2" charset="0"/>
              </a:rPr>
              <a:t>] </a:t>
            </a:r>
            <a:r>
              <a:rPr lang="en-US" sz="1400" dirty="0" err="1" smtClean="0">
                <a:latin typeface="Preeti" pitchFamily="2" charset="0"/>
              </a:rPr>
              <a:t>nflu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pgnfOgO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l;kmf</a:t>
            </a:r>
            <a:r>
              <a:rPr lang="en-US" sz="1400" dirty="0" smtClean="0">
                <a:latin typeface="Preeti" pitchFamily="2" charset="0"/>
              </a:rPr>
              <a:t>/L; u/]</a:t>
            </a:r>
            <a:r>
              <a:rPr lang="en-US" sz="1400" dirty="0" err="1" smtClean="0">
                <a:latin typeface="Preeti" pitchFamily="2" charset="0"/>
              </a:rPr>
              <a:t>sf</a:t>
            </a:r>
            <a:r>
              <a:rPr lang="en-US" sz="1400" dirty="0" smtClean="0">
                <a:latin typeface="Preeti" pitchFamily="2" charset="0"/>
              </a:rPr>
              <a:t>]n] </a:t>
            </a:r>
            <a:r>
              <a:rPr lang="en-US" sz="1400" dirty="0" err="1" smtClean="0">
                <a:latin typeface="Preeti" pitchFamily="2" charset="0"/>
              </a:rPr>
              <a:t>pgL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cTofGtO</a:t>
            </a:r>
            <a:r>
              <a:rPr lang="en-US" sz="1400" dirty="0" smtClean="0">
                <a:latin typeface="Preeti" pitchFamily="2" charset="0"/>
              </a:rPr>
              <a:t>{ </a:t>
            </a:r>
            <a:r>
              <a:rPr lang="en-US" sz="1400" dirty="0" err="1" smtClean="0">
                <a:latin typeface="Preeti" pitchFamily="2" charset="0"/>
              </a:rPr>
              <a:t>v';L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eOg</a:t>
            </a:r>
            <a:r>
              <a:rPr lang="en-US" sz="1400" dirty="0" smtClean="0">
                <a:latin typeface="Preeti" pitchFamily="2" charset="0"/>
              </a:rPr>
              <a:t> .</a:t>
            </a:r>
            <a:r>
              <a:rPr lang="en-US" sz="1400" dirty="0" err="1" smtClean="0">
                <a:latin typeface="Preeti" pitchFamily="2" charset="0"/>
              </a:rPr>
              <a:t>pgn</a:t>
            </a:r>
            <a:r>
              <a:rPr lang="en-US" sz="1400" dirty="0" smtClean="0">
                <a:latin typeface="Preeti" pitchFamily="2" charset="0"/>
              </a:rPr>
              <a:t>] ;x/</a:t>
            </a:r>
            <a:r>
              <a:rPr lang="en-US" sz="1400" dirty="0" err="1" smtClean="0">
                <a:latin typeface="Preeti" pitchFamily="2" charset="0"/>
              </a:rPr>
              <a:t>df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ePsf</a:t>
            </a:r>
            <a:r>
              <a:rPr lang="en-US" sz="1400" dirty="0" smtClean="0">
                <a:latin typeface="Preeti" pitchFamily="2" charset="0"/>
              </a:rPr>
              <a:t>] 5f]/</a:t>
            </a:r>
            <a:r>
              <a:rPr lang="en-US" sz="1400" dirty="0" err="1" smtClean="0">
                <a:latin typeface="Preeti" pitchFamily="2" charset="0"/>
              </a:rPr>
              <a:t>fnfO</a:t>
            </a:r>
            <a:r>
              <a:rPr lang="en-US" sz="1400" dirty="0" smtClean="0">
                <a:latin typeface="Preeti" pitchFamily="2" charset="0"/>
              </a:rPr>
              <a:t>{ 3/</a:t>
            </a:r>
            <a:r>
              <a:rPr lang="en-US" sz="1400" dirty="0" err="1" smtClean="0">
                <a:latin typeface="Preeti" pitchFamily="2" charset="0"/>
              </a:rPr>
              <a:t>df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af</a:t>
            </a:r>
            <a:r>
              <a:rPr lang="en-US" sz="1400" dirty="0" smtClean="0">
                <a:latin typeface="Preeti" pitchFamily="2" charset="0"/>
              </a:rPr>
              <a:t>]</a:t>
            </a:r>
            <a:r>
              <a:rPr lang="en-US" sz="1400" dirty="0" err="1" smtClean="0">
                <a:latin typeface="Preeti" pitchFamily="2" charset="0"/>
              </a:rPr>
              <a:t>nfOg</a:t>
            </a:r>
            <a:r>
              <a:rPr lang="en-US" sz="1400" dirty="0" smtClean="0">
                <a:latin typeface="Preeti" pitchFamily="2" charset="0"/>
              </a:rPr>
              <a:t> /  </a:t>
            </a:r>
            <a:r>
              <a:rPr lang="en-US" sz="1400" dirty="0" err="1" smtClean="0">
                <a:latin typeface="Preeti" pitchFamily="2" charset="0"/>
              </a:rPr>
              <a:t>ahf</a:t>
            </a:r>
            <a:r>
              <a:rPr lang="en-US" sz="1400" dirty="0" smtClean="0">
                <a:latin typeface="Preeti" pitchFamily="2" charset="0"/>
              </a:rPr>
              <a:t>/ ;</a:t>
            </a:r>
            <a:r>
              <a:rPr lang="en-US" sz="1400" dirty="0" err="1" smtClean="0">
                <a:latin typeface="Preeti" pitchFamily="2" charset="0"/>
              </a:rPr>
              <a:t>xhstf</a:t>
            </a:r>
            <a:r>
              <a:rPr lang="en-US" sz="1400" dirty="0" smtClean="0">
                <a:latin typeface="Preeti" pitchFamily="2" charset="0"/>
              </a:rPr>
              <a:t>{ ;+u  e]6fOg </a:t>
            </a:r>
            <a:r>
              <a:rPr lang="en-US" sz="1400" dirty="0" err="1" smtClean="0">
                <a:latin typeface="Preeti" pitchFamily="2" charset="0"/>
              </a:rPr>
              <a:t>sfo</a:t>
            </a:r>
            <a:r>
              <a:rPr lang="en-US" sz="1400" dirty="0" smtClean="0">
                <a:latin typeface="Preeti" pitchFamily="2" charset="0"/>
              </a:rPr>
              <a:t>{</a:t>
            </a:r>
            <a:r>
              <a:rPr lang="en-US" sz="1400" dirty="0" err="1" smtClean="0">
                <a:latin typeface="Preeti" pitchFamily="2" charset="0"/>
              </a:rPr>
              <a:t>s|d</a:t>
            </a:r>
            <a:r>
              <a:rPr lang="en-US" sz="1400" dirty="0" smtClean="0">
                <a:latin typeface="Preeti" pitchFamily="2" charset="0"/>
              </a:rPr>
              <a:t> af6 </a:t>
            </a:r>
            <a:r>
              <a:rPr lang="en-US" sz="1400" dirty="0" err="1" smtClean="0">
                <a:latin typeface="Preeti" pitchFamily="2" charset="0"/>
              </a:rPr>
              <a:t>klg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pgL</a:t>
            </a:r>
            <a:r>
              <a:rPr lang="en-US" sz="1400" dirty="0" smtClean="0">
                <a:latin typeface="Preeti" pitchFamily="2" charset="0"/>
              </a:rPr>
              <a:t> 5gf]6df </a:t>
            </a:r>
            <a:r>
              <a:rPr lang="en-US" sz="1400" dirty="0" err="1" smtClean="0">
                <a:latin typeface="Preeti" pitchFamily="2" charset="0"/>
              </a:rPr>
              <a:t>c?eGbf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pgL</a:t>
            </a:r>
            <a:r>
              <a:rPr lang="en-US" sz="1400" dirty="0" smtClean="0">
                <a:latin typeface="Preeti" pitchFamily="2" charset="0"/>
              </a:rPr>
              <a:t> kg]{ </a:t>
            </a:r>
            <a:r>
              <a:rPr lang="en-US" sz="1400" dirty="0" err="1" smtClean="0">
                <a:latin typeface="Preeti" pitchFamily="2" charset="0"/>
              </a:rPr>
              <a:t>ePsf</a:t>
            </a:r>
            <a:r>
              <a:rPr lang="en-US" sz="1400" dirty="0" smtClean="0">
                <a:latin typeface="Preeti" pitchFamily="2" charset="0"/>
              </a:rPr>
              <a:t>]n] </a:t>
            </a:r>
            <a:r>
              <a:rPr lang="en-US" sz="1400" dirty="0" err="1" smtClean="0">
                <a:latin typeface="Preeti" pitchFamily="2" charset="0"/>
              </a:rPr>
              <a:t>pgL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gd'gf</a:t>
            </a:r>
            <a:r>
              <a:rPr lang="en-US" sz="1400" dirty="0" smtClean="0">
                <a:latin typeface="Preeti" pitchFamily="2" charset="0"/>
              </a:rPr>
              <a:t> 3/ </a:t>
            </a:r>
            <a:r>
              <a:rPr lang="en-US" sz="1400" dirty="0" err="1" smtClean="0">
                <a:latin typeface="Preeti" pitchFamily="2" charset="0"/>
              </a:rPr>
              <a:t>agfpg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tof</a:t>
            </a:r>
            <a:r>
              <a:rPr lang="en-US" sz="1400" dirty="0" smtClean="0">
                <a:latin typeface="Preeti" pitchFamily="2" charset="0"/>
              </a:rPr>
              <a:t>/ </a:t>
            </a:r>
            <a:r>
              <a:rPr lang="en-US" sz="1400" dirty="0" err="1" smtClean="0">
                <a:latin typeface="Preeti" pitchFamily="2" charset="0"/>
              </a:rPr>
              <a:t>eOg</a:t>
            </a:r>
            <a:r>
              <a:rPr lang="en-US" sz="1400" dirty="0" smtClean="0">
                <a:latin typeface="Preeti" pitchFamily="2" charset="0"/>
              </a:rPr>
              <a:t> t/ cf6 5f]/</a:t>
            </a:r>
            <a:r>
              <a:rPr lang="en-US" sz="1400" dirty="0" err="1" smtClean="0">
                <a:latin typeface="Preeti" pitchFamily="2" charset="0"/>
              </a:rPr>
              <a:t>fsf</a:t>
            </a:r>
            <a:r>
              <a:rPr lang="en-US" sz="1400" dirty="0" smtClean="0">
                <a:latin typeface="Preeti" pitchFamily="2" charset="0"/>
              </a:rPr>
              <a:t>] </a:t>
            </a:r>
            <a:r>
              <a:rPr lang="en-US" sz="1400" dirty="0" err="1" smtClean="0">
                <a:latin typeface="Preeti" pitchFamily="2" charset="0"/>
              </a:rPr>
              <a:t>lyof</a:t>
            </a:r>
            <a:r>
              <a:rPr lang="en-US" sz="1400" dirty="0" smtClean="0">
                <a:latin typeface="Preeti" pitchFamily="2" charset="0"/>
              </a:rPr>
              <a:t>] . 3/ </a:t>
            </a:r>
            <a:r>
              <a:rPr lang="en-US" sz="1400" dirty="0" err="1" smtClean="0">
                <a:latin typeface="Preeti" pitchFamily="2" charset="0"/>
              </a:rPr>
              <a:t>agfpg</a:t>
            </a:r>
            <a:r>
              <a:rPr lang="en-US" sz="1400" dirty="0" smtClean="0">
                <a:latin typeface="Preeti" pitchFamily="2" charset="0"/>
              </a:rPr>
              <a:t> w]/} </a:t>
            </a:r>
            <a:r>
              <a:rPr lang="en-US" sz="1400" dirty="0" err="1" smtClean="0">
                <a:latin typeface="Preeti" pitchFamily="2" charset="0"/>
              </a:rPr>
              <a:t>vr</a:t>
            </a:r>
            <a:r>
              <a:rPr lang="en-US" sz="1400" dirty="0" smtClean="0">
                <a:latin typeface="Preeti" pitchFamily="2" charset="0"/>
              </a:rPr>
              <a:t>{ </a:t>
            </a:r>
            <a:r>
              <a:rPr lang="en-US" sz="1400" dirty="0" err="1" smtClean="0">
                <a:latin typeface="Preeti" pitchFamily="2" charset="0"/>
              </a:rPr>
              <a:t>nfUg</a:t>
            </a:r>
            <a:r>
              <a:rPr lang="en-US" sz="1400" dirty="0" smtClean="0">
                <a:latin typeface="Preeti" pitchFamily="2" charset="0"/>
              </a:rPr>
              <a:t>] </a:t>
            </a:r>
            <a:r>
              <a:rPr lang="en-US" sz="1400" dirty="0" err="1" smtClean="0">
                <a:latin typeface="Preeti" pitchFamily="2" charset="0"/>
              </a:rPr>
              <a:t>x'bf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sfo</a:t>
            </a:r>
            <a:r>
              <a:rPr lang="en-US" sz="1400" dirty="0" smtClean="0">
                <a:latin typeface="Preeti" pitchFamily="2" charset="0"/>
              </a:rPr>
              <a:t>{</a:t>
            </a:r>
            <a:r>
              <a:rPr lang="en-US" sz="1400" dirty="0" err="1" smtClean="0">
                <a:latin typeface="Preeti" pitchFamily="2" charset="0"/>
              </a:rPr>
              <a:t>s|dn</a:t>
            </a:r>
            <a:r>
              <a:rPr lang="en-US" sz="1400" dirty="0" smtClean="0">
                <a:latin typeface="Preeti" pitchFamily="2" charset="0"/>
              </a:rPr>
              <a:t>] </a:t>
            </a:r>
            <a:r>
              <a:rPr lang="en-US" sz="1400" dirty="0" err="1" smtClean="0">
                <a:latin typeface="Preeti" pitchFamily="2" charset="0"/>
              </a:rPr>
              <a:t>Hofnf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dfq</a:t>
            </a:r>
            <a:r>
              <a:rPr lang="en-US" sz="1400" dirty="0" smtClean="0">
                <a:latin typeface="Preeti" pitchFamily="2" charset="0"/>
              </a:rPr>
              <a:t> a]</a:t>
            </a:r>
            <a:r>
              <a:rPr lang="en-US" sz="1400" dirty="0" err="1" smtClean="0">
                <a:latin typeface="Preeti" pitchFamily="2" charset="0"/>
              </a:rPr>
              <a:t>xf</a:t>
            </a:r>
            <a:r>
              <a:rPr lang="en-US" sz="1400" dirty="0" smtClean="0">
                <a:latin typeface="Preeti" pitchFamily="2" charset="0"/>
              </a:rPr>
              <a:t>]g]{ </a:t>
            </a:r>
            <a:r>
              <a:rPr lang="en-US" sz="1400" dirty="0" err="1" smtClean="0">
                <a:latin typeface="Preeti" pitchFamily="2" charset="0"/>
              </a:rPr>
              <a:t>x'bf</a:t>
            </a:r>
            <a:r>
              <a:rPr lang="en-US" sz="1400" dirty="0" smtClean="0">
                <a:latin typeface="Preeti" pitchFamily="2" charset="0"/>
              </a:rPr>
              <a:t> 5f]/L </a:t>
            </a:r>
            <a:r>
              <a:rPr lang="en-US" sz="1400" dirty="0" err="1" smtClean="0">
                <a:latin typeface="Preeti" pitchFamily="2" charset="0"/>
              </a:rPr>
              <a:t>x?sf</a:t>
            </a:r>
            <a:r>
              <a:rPr lang="en-US" sz="1400" dirty="0" smtClean="0">
                <a:latin typeface="Preeti" pitchFamily="2" charset="0"/>
              </a:rPr>
              <a:t>] ;</a:t>
            </a:r>
            <a:r>
              <a:rPr lang="en-US" sz="1400" dirty="0" err="1" smtClean="0">
                <a:latin typeface="Preeti" pitchFamily="2" charset="0"/>
              </a:rPr>
              <a:t>xof</a:t>
            </a:r>
            <a:r>
              <a:rPr lang="en-US" sz="1400" dirty="0" smtClean="0">
                <a:latin typeface="Preeti" pitchFamily="2" charset="0"/>
              </a:rPr>
              <a:t>]u af6 3/ </a:t>
            </a:r>
            <a:r>
              <a:rPr lang="en-US" sz="1400" dirty="0" err="1" smtClean="0">
                <a:latin typeface="Preeti" pitchFamily="2" charset="0"/>
              </a:rPr>
              <a:t>agfpg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nfUg</a:t>
            </a:r>
            <a:r>
              <a:rPr lang="en-US" sz="1400" dirty="0" smtClean="0">
                <a:latin typeface="Preeti" pitchFamily="2" charset="0"/>
              </a:rPr>
              <a:t>] /</a:t>
            </a:r>
            <a:r>
              <a:rPr lang="en-US" sz="1400" dirty="0" err="1" smtClean="0">
                <a:latin typeface="Preeti" pitchFamily="2" charset="0"/>
              </a:rPr>
              <a:t>sd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hDdf</a:t>
            </a:r>
            <a:r>
              <a:rPr lang="en-US" sz="1400" dirty="0" smtClean="0">
                <a:latin typeface="Preeti" pitchFamily="2" charset="0"/>
              </a:rPr>
              <a:t> u/</a:t>
            </a:r>
            <a:r>
              <a:rPr lang="en-US" sz="1400" dirty="0" err="1" smtClean="0">
                <a:latin typeface="Preeti" pitchFamily="2" charset="0"/>
              </a:rPr>
              <a:t>Lg</a:t>
            </a:r>
            <a:r>
              <a:rPr lang="en-US" sz="1400" dirty="0" smtClean="0">
                <a:latin typeface="Preeti" pitchFamily="2" charset="0"/>
              </a:rPr>
              <a:t>\ . </a:t>
            </a:r>
            <a:r>
              <a:rPr lang="en-US" sz="1400" dirty="0" err="1" smtClean="0">
                <a:latin typeface="Preeti" pitchFamily="2" charset="0"/>
              </a:rPr>
              <a:t>h;f</a:t>
            </a:r>
            <a:r>
              <a:rPr lang="en-US" sz="1400" dirty="0" smtClean="0">
                <a:latin typeface="Preeti" pitchFamily="2" charset="0"/>
              </a:rPr>
              <a:t>] </a:t>
            </a:r>
            <a:r>
              <a:rPr lang="en-US" sz="1400" dirty="0" err="1" smtClean="0">
                <a:latin typeface="Preeti" pitchFamily="2" charset="0"/>
              </a:rPr>
              <a:t>t;f</a:t>
            </a:r>
            <a:r>
              <a:rPr lang="en-US" sz="1400" dirty="0" smtClean="0">
                <a:latin typeface="Preeti" pitchFamily="2" charset="0"/>
              </a:rPr>
              <a:t>] u/L </a:t>
            </a:r>
            <a:r>
              <a:rPr lang="en-US" sz="1400" dirty="0" err="1" smtClean="0">
                <a:latin typeface="Preeti" pitchFamily="2" charset="0"/>
              </a:rPr>
              <a:t>pgn</a:t>
            </a:r>
            <a:r>
              <a:rPr lang="en-US" sz="1400" dirty="0" smtClean="0">
                <a:latin typeface="Preeti" pitchFamily="2" charset="0"/>
              </a:rPr>
              <a:t>] 3/ lgdf0f{ u/</a:t>
            </a:r>
            <a:r>
              <a:rPr lang="en-US" sz="1400" dirty="0" err="1" smtClean="0">
                <a:latin typeface="Preeti" pitchFamily="2" charset="0"/>
              </a:rPr>
              <a:t>Lg</a:t>
            </a:r>
            <a:r>
              <a:rPr lang="en-US" sz="1400" dirty="0" smtClean="0">
                <a:latin typeface="Preeti" pitchFamily="2" charset="0"/>
              </a:rPr>
              <a:t>\ . </a:t>
            </a:r>
            <a:r>
              <a:rPr lang="en-US" sz="1400" dirty="0" err="1" smtClean="0">
                <a:latin typeface="Preeti" pitchFamily="2" charset="0"/>
              </a:rPr>
              <a:t>sfo</a:t>
            </a:r>
            <a:r>
              <a:rPr lang="en-US" sz="1400" dirty="0" smtClean="0">
                <a:latin typeface="Preeti" pitchFamily="2" charset="0"/>
              </a:rPr>
              <a:t>{</a:t>
            </a:r>
            <a:r>
              <a:rPr lang="en-US" sz="1400" dirty="0" err="1" smtClean="0">
                <a:latin typeface="Preeti" pitchFamily="2" charset="0"/>
              </a:rPr>
              <a:t>s|dn</a:t>
            </a:r>
            <a:r>
              <a:rPr lang="en-US" sz="1400" dirty="0" smtClean="0">
                <a:latin typeface="Preeti" pitchFamily="2" charset="0"/>
              </a:rPr>
              <a:t>] </a:t>
            </a:r>
            <a:r>
              <a:rPr lang="en-US" sz="1400" dirty="0" err="1" smtClean="0">
                <a:latin typeface="Preeti" pitchFamily="2" charset="0"/>
              </a:rPr>
              <a:t>pgnfO</a:t>
            </a:r>
            <a:r>
              <a:rPr lang="en-US" sz="1400" dirty="0" smtClean="0">
                <a:latin typeface="Preeti" pitchFamily="2" charset="0"/>
              </a:rPr>
              <a:t>{ </a:t>
            </a:r>
            <a:r>
              <a:rPr lang="en-US" sz="1400" dirty="0" err="1" smtClean="0">
                <a:latin typeface="Preeti" pitchFamily="2" charset="0"/>
              </a:rPr>
              <a:t>Hofnf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tyf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cf</a:t>
            </a:r>
            <a:r>
              <a:rPr lang="en-US" sz="1400" dirty="0" smtClean="0">
                <a:latin typeface="Preeti" pitchFamily="2" charset="0"/>
              </a:rPr>
              <a:t>}</a:t>
            </a:r>
            <a:r>
              <a:rPr lang="en-US" sz="1400" dirty="0" err="1" smtClean="0">
                <a:latin typeface="Preeti" pitchFamily="2" charset="0"/>
              </a:rPr>
              <a:t>hf</a:t>
            </a:r>
            <a:r>
              <a:rPr lang="en-US" sz="1400" dirty="0" smtClean="0">
                <a:latin typeface="Preeti" pitchFamily="2" charset="0"/>
              </a:rPr>
              <a:t>/x? ;</a:t>
            </a:r>
            <a:r>
              <a:rPr lang="en-US" sz="1400" dirty="0" err="1" smtClean="0">
                <a:latin typeface="Preeti" pitchFamily="2" charset="0"/>
              </a:rPr>
              <a:t>xof</a:t>
            </a:r>
            <a:r>
              <a:rPr lang="en-US" sz="1400" dirty="0" smtClean="0">
                <a:latin typeface="Preeti" pitchFamily="2" charset="0"/>
              </a:rPr>
              <a:t>]u u/]/ </a:t>
            </a:r>
            <a:r>
              <a:rPr lang="en-US" sz="1400" dirty="0" err="1" smtClean="0">
                <a:latin typeface="Preeti" pitchFamily="2" charset="0"/>
              </a:rPr>
              <a:t>pxfsf</a:t>
            </a:r>
            <a:r>
              <a:rPr lang="en-US" sz="1400" dirty="0" smtClean="0">
                <a:latin typeface="Preeti" pitchFamily="2" charset="0"/>
              </a:rPr>
              <a:t>] 3/ ;</a:t>
            </a:r>
            <a:r>
              <a:rPr lang="en-US" sz="1400" dirty="0" err="1" smtClean="0">
                <a:latin typeface="Preeti" pitchFamily="2" charset="0"/>
              </a:rPr>
              <a:t>DkGg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agfO</a:t>
            </a:r>
            <a:r>
              <a:rPr lang="en-US" sz="1400" dirty="0" smtClean="0">
                <a:latin typeface="Preeti" pitchFamily="2" charset="0"/>
              </a:rPr>
              <a:t>{ </a:t>
            </a:r>
            <a:r>
              <a:rPr lang="en-US" sz="1400" dirty="0" err="1" smtClean="0">
                <a:latin typeface="Preeti" pitchFamily="2" charset="0"/>
              </a:rPr>
              <a:t>lbP</a:t>
            </a:r>
            <a:r>
              <a:rPr lang="en-US" sz="1400" dirty="0" smtClean="0">
                <a:latin typeface="Preeti" pitchFamily="2" charset="0"/>
              </a:rPr>
              <a:t> k:rft </a:t>
            </a:r>
            <a:r>
              <a:rPr lang="en-US" sz="1400" dirty="0" err="1" smtClean="0">
                <a:latin typeface="Preeti" pitchFamily="2" charset="0"/>
              </a:rPr>
              <a:t>pxfsf</a:t>
            </a:r>
            <a:r>
              <a:rPr lang="en-US" sz="1400" dirty="0" smtClean="0">
                <a:latin typeface="Preeti" pitchFamily="2" charset="0"/>
              </a:rPr>
              <a:t>] </a:t>
            </a:r>
            <a:r>
              <a:rPr lang="en-US" sz="1400" dirty="0" err="1" smtClean="0">
                <a:latin typeface="Preeti" pitchFamily="2" charset="0"/>
              </a:rPr>
              <a:t>ud</a:t>
            </a:r>
            <a:r>
              <a:rPr lang="en-US" sz="1400" dirty="0" smtClean="0">
                <a:latin typeface="Preeti" pitchFamily="2" charset="0"/>
              </a:rPr>
              <a:t>]</a:t>
            </a:r>
            <a:r>
              <a:rPr lang="en-US" sz="1400" dirty="0" err="1" smtClean="0">
                <a:latin typeface="Preeti" pitchFamily="2" charset="0"/>
              </a:rPr>
              <a:t>sf</a:t>
            </a:r>
            <a:r>
              <a:rPr lang="en-US" sz="1400" dirty="0" smtClean="0">
                <a:latin typeface="Preeti" pitchFamily="2" charset="0"/>
              </a:rPr>
              <a:t>] </a:t>
            </a:r>
            <a:r>
              <a:rPr lang="en-US" sz="1400" dirty="0" err="1" smtClean="0">
                <a:latin typeface="Preeti" pitchFamily="2" charset="0"/>
              </a:rPr>
              <a:t>cf</a:t>
            </a:r>
            <a:r>
              <a:rPr lang="en-US" sz="1400" dirty="0" smtClean="0">
                <a:latin typeface="Preeti" pitchFamily="2" charset="0"/>
              </a:rPr>
              <a:t>]7sf] </a:t>
            </a:r>
            <a:r>
              <a:rPr lang="en-US" sz="1400" dirty="0" err="1" smtClean="0">
                <a:latin typeface="Preeti" pitchFamily="2" charset="0"/>
              </a:rPr>
              <a:t>xf;f</a:t>
            </a:r>
            <a:r>
              <a:rPr lang="en-US" sz="1400" dirty="0" smtClean="0">
                <a:latin typeface="Preeti" pitchFamily="2" charset="0"/>
              </a:rPr>
              <a:t>] </a:t>
            </a:r>
            <a:r>
              <a:rPr lang="en-US" sz="1400" dirty="0" err="1" smtClean="0">
                <a:latin typeface="Preeti" pitchFamily="2" charset="0"/>
              </a:rPr>
              <a:t>lj:tf</a:t>
            </a:r>
            <a:r>
              <a:rPr lang="en-US" sz="1400" dirty="0" smtClean="0">
                <a:latin typeface="Preeti" pitchFamily="2" charset="0"/>
              </a:rPr>
              <a:t>/} </a:t>
            </a:r>
            <a:r>
              <a:rPr lang="en-US" sz="1400" dirty="0" err="1" smtClean="0">
                <a:latin typeface="Preeti" pitchFamily="2" charset="0"/>
              </a:rPr>
              <a:t>kmlsPsf</a:t>
            </a:r>
            <a:r>
              <a:rPr lang="en-US" sz="1400" dirty="0" smtClean="0">
                <a:latin typeface="Preeti" pitchFamily="2" charset="0"/>
              </a:rPr>
              <a:t>] 5 . </a:t>
            </a:r>
            <a:r>
              <a:rPr lang="en-US" sz="1400" dirty="0" err="1" smtClean="0">
                <a:latin typeface="Preeti" pitchFamily="2" charset="0"/>
              </a:rPr>
              <a:t>pgn</a:t>
            </a:r>
            <a:r>
              <a:rPr lang="en-US" sz="1400" dirty="0" smtClean="0">
                <a:latin typeface="Preeti" pitchFamily="2" charset="0"/>
              </a:rPr>
              <a:t>] </a:t>
            </a:r>
            <a:r>
              <a:rPr lang="en-US" sz="1400" dirty="0" err="1" smtClean="0">
                <a:latin typeface="Preeti" pitchFamily="2" charset="0"/>
              </a:rPr>
              <a:t>pgsf</a:t>
            </a:r>
            <a:r>
              <a:rPr lang="en-US" sz="1400" dirty="0" smtClean="0">
                <a:latin typeface="Preeti" pitchFamily="2" charset="0"/>
              </a:rPr>
              <a:t>] </a:t>
            </a:r>
            <a:r>
              <a:rPr lang="en-US" sz="1400" dirty="0" err="1" smtClean="0">
                <a:latin typeface="Preeti" pitchFamily="2" charset="0"/>
              </a:rPr>
              <a:t>nfuL</a:t>
            </a:r>
            <a:r>
              <a:rPr lang="en-US" sz="1400" dirty="0" smtClean="0">
                <a:latin typeface="Preeti" pitchFamily="2" charset="0"/>
              </a:rPr>
              <a:t> o; </a:t>
            </a:r>
            <a:r>
              <a:rPr lang="en-US" sz="1400" dirty="0" err="1" smtClean="0">
                <a:latin typeface="Preeti" pitchFamily="2" charset="0"/>
              </a:rPr>
              <a:t>sfo</a:t>
            </a:r>
            <a:r>
              <a:rPr lang="en-US" sz="1400" dirty="0" smtClean="0">
                <a:latin typeface="Preeti" pitchFamily="2" charset="0"/>
              </a:rPr>
              <a:t>{</a:t>
            </a:r>
            <a:r>
              <a:rPr lang="en-US" sz="1400" dirty="0" err="1" smtClean="0">
                <a:latin typeface="Preeti" pitchFamily="2" charset="0"/>
              </a:rPr>
              <a:t>s|dn</a:t>
            </a:r>
            <a:r>
              <a:rPr lang="en-US" sz="1400" dirty="0" smtClean="0">
                <a:latin typeface="Preeti" pitchFamily="2" charset="0"/>
              </a:rPr>
              <a:t>] ;</a:t>
            </a:r>
            <a:r>
              <a:rPr lang="en-US" sz="1400" dirty="0" err="1" smtClean="0">
                <a:latin typeface="Preeti" pitchFamily="2" charset="0"/>
              </a:rPr>
              <a:t>xof</a:t>
            </a:r>
            <a:r>
              <a:rPr lang="en-US" sz="1400" dirty="0" smtClean="0">
                <a:latin typeface="Preeti" pitchFamily="2" charset="0"/>
              </a:rPr>
              <a:t>]u u/]</a:t>
            </a:r>
            <a:r>
              <a:rPr lang="en-US" sz="1400" dirty="0" err="1" smtClean="0">
                <a:latin typeface="Preeti" pitchFamily="2" charset="0"/>
              </a:rPr>
              <a:t>sf</a:t>
            </a:r>
            <a:r>
              <a:rPr lang="en-US" sz="1400" dirty="0" smtClean="0">
                <a:latin typeface="Preeti" pitchFamily="2" charset="0"/>
              </a:rPr>
              <a:t>]</a:t>
            </a:r>
            <a:r>
              <a:rPr lang="en-US" sz="1400" dirty="0" err="1" smtClean="0">
                <a:latin typeface="Preeti" pitchFamily="2" charset="0"/>
              </a:rPr>
              <a:t>df</a:t>
            </a:r>
            <a:r>
              <a:rPr lang="en-US" sz="1400" dirty="0" smtClean="0">
                <a:latin typeface="Preeti" pitchFamily="2" charset="0"/>
              </a:rPr>
              <a:t> o; ;:</a:t>
            </a:r>
            <a:r>
              <a:rPr lang="en-US" sz="1400" dirty="0" err="1" smtClean="0">
                <a:latin typeface="Preeti" pitchFamily="2" charset="0"/>
              </a:rPr>
              <a:t>yfnfO</a:t>
            </a:r>
            <a:r>
              <a:rPr lang="en-US" sz="1400" dirty="0" smtClean="0">
                <a:latin typeface="Preeti" pitchFamily="2" charset="0"/>
              </a:rPr>
              <a:t>{ d'/L d'/L </a:t>
            </a:r>
            <a:r>
              <a:rPr lang="en-US" sz="1400" dirty="0" err="1" smtClean="0">
                <a:latin typeface="Preeti" pitchFamily="2" charset="0"/>
              </a:rPr>
              <a:t>wGojfb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lbb</a:t>
            </a:r>
            <a:r>
              <a:rPr lang="en-US" sz="1400" dirty="0" smtClean="0">
                <a:latin typeface="Preeti" pitchFamily="2" charset="0"/>
              </a:rPr>
              <a:t>} </a:t>
            </a:r>
            <a:r>
              <a:rPr lang="en-US" sz="1400" dirty="0" err="1" smtClean="0">
                <a:latin typeface="Preeti" pitchFamily="2" charset="0"/>
              </a:rPr>
              <a:t>v'zL</a:t>
            </a:r>
            <a:r>
              <a:rPr lang="en-US" sz="1400" dirty="0" smtClean="0">
                <a:latin typeface="Preeti" pitchFamily="2" charset="0"/>
              </a:rPr>
              <a:t> </a:t>
            </a:r>
            <a:r>
              <a:rPr lang="en-US" sz="1400" dirty="0" err="1" smtClean="0">
                <a:latin typeface="Preeti" pitchFamily="2" charset="0"/>
              </a:rPr>
              <a:t>Jotm</a:t>
            </a:r>
            <a:r>
              <a:rPr lang="en-US" sz="1400" dirty="0" smtClean="0">
                <a:latin typeface="Preeti" pitchFamily="2" charset="0"/>
              </a:rPr>
              <a:t> ubl5g .</a:t>
            </a:r>
            <a:endParaRPr lang="en-US" sz="1400" dirty="0">
              <a:latin typeface="Preet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901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Preeti" pitchFamily="2" charset="0"/>
              </a:rPr>
              <a:t> </a:t>
            </a:r>
            <a:r>
              <a:rPr lang="en-US" b="1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Preeti" pitchFamily="2" charset="0"/>
              </a:rPr>
              <a:t>r'gf</a:t>
            </a:r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Preeti" pitchFamily="2" charset="0"/>
              </a:rPr>
              <a:t>}</a:t>
            </a:r>
            <a:r>
              <a:rPr lang="en-US" b="1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Preeti" pitchFamily="2" charset="0"/>
              </a:rPr>
              <a:t>lt</a:t>
            </a:r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Preeti" pitchFamily="2" charset="0"/>
              </a:rPr>
              <a:t> </a:t>
            </a:r>
            <a:r>
              <a:rPr lang="en-US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Preeti" pitchFamily="2" charset="0"/>
              </a:rPr>
              <a:t>/ ;</a:t>
            </a:r>
            <a:r>
              <a:rPr lang="en-US" b="1" dirty="0" err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Preeti" pitchFamily="2" charset="0"/>
              </a:rPr>
              <a:t>dfwfg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4851250"/>
              </p:ext>
            </p:extLst>
          </p:nvPr>
        </p:nvGraphicFramePr>
        <p:xfrm>
          <a:off x="990600" y="1524000"/>
          <a:ext cx="81534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7250"/>
                <a:gridCol w="4756150"/>
              </a:tblGrid>
              <a:tr h="2946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ln w="12700">
                            <a:solidFill>
                              <a:schemeClr val="tx2">
                                <a:satMod val="155000"/>
                              </a:schemeClr>
                            </a:solidFill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outerShdw blurRad="41275" dist="20320" dir="1800000" algn="tl" rotWithShape="0">
                              <a:srgbClr val="000000">
                                <a:alpha val="40000"/>
                              </a:srgbClr>
                            </a:outerShdw>
                          </a:effectLst>
                          <a:latin typeface="Preeti" pitchFamily="2" charset="0"/>
                        </a:rPr>
                        <a:t>      </a:t>
                      </a:r>
                      <a:r>
                        <a:rPr lang="en-US" baseline="0" dirty="0" smtClean="0">
                          <a:latin typeface="Preeti"/>
                        </a:rPr>
                        <a:t>;</a:t>
                      </a:r>
                      <a:r>
                        <a:rPr lang="en-US" baseline="0" dirty="0" err="1" smtClean="0">
                          <a:latin typeface="Preeti"/>
                        </a:rPr>
                        <a:t>d:of</a:t>
                      </a:r>
                      <a:r>
                        <a:rPr lang="en-US" baseline="0" dirty="0" smtClean="0">
                          <a:latin typeface="Preeti"/>
                        </a:rPr>
                        <a:t> / </a:t>
                      </a:r>
                      <a:r>
                        <a:rPr lang="en-US" baseline="0" dirty="0" err="1" smtClean="0">
                          <a:latin typeface="Preeti"/>
                        </a:rPr>
                        <a:t>r'gf</a:t>
                      </a:r>
                      <a:r>
                        <a:rPr lang="en-US" baseline="0" dirty="0" smtClean="0">
                          <a:latin typeface="Preeti"/>
                        </a:rPr>
                        <a:t>}</a:t>
                      </a:r>
                      <a:r>
                        <a:rPr lang="en-US" baseline="0" dirty="0" err="1" smtClean="0">
                          <a:latin typeface="Preeti"/>
                        </a:rPr>
                        <a:t>ltx</a:t>
                      </a:r>
                      <a:r>
                        <a:rPr lang="en-US" baseline="0" dirty="0" smtClean="0">
                          <a:latin typeface="Preeti"/>
                        </a:rPr>
                        <a:t>?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>
                          <a:latin typeface="+mn-lt"/>
                        </a:rPr>
                        <a:t>       </a:t>
                      </a:r>
                      <a:r>
                        <a:rPr lang="en-US" baseline="0" dirty="0" smtClean="0">
                          <a:latin typeface="Preeti" pitchFamily="2" charset="0"/>
                        </a:rPr>
                        <a:t>;</a:t>
                      </a:r>
                      <a:r>
                        <a:rPr lang="en-US" baseline="0" dirty="0" err="1" smtClean="0">
                          <a:latin typeface="Preeti" pitchFamily="2" charset="0"/>
                        </a:rPr>
                        <a:t>dfwfgsf</a:t>
                      </a:r>
                      <a:r>
                        <a:rPr lang="en-US" baseline="0" dirty="0" smtClean="0">
                          <a:latin typeface="Preeti" pitchFamily="2" charset="0"/>
                        </a:rPr>
                        <a:t> </a:t>
                      </a:r>
                      <a:r>
                        <a:rPr lang="en-US" baseline="0" dirty="0" err="1" smtClean="0">
                          <a:latin typeface="Preeti"/>
                        </a:rPr>
                        <a:t>pkfPx</a:t>
                      </a:r>
                      <a:r>
                        <a:rPr lang="en-US" baseline="0" dirty="0" smtClean="0">
                          <a:latin typeface="Preeti"/>
                        </a:rPr>
                        <a:t>?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latin typeface="Preeti" pitchFamily="2" charset="0"/>
                        </a:rPr>
                        <a:t>lgdf</a:t>
                      </a:r>
                      <a:r>
                        <a:rPr lang="en-US" dirty="0" smtClean="0">
                          <a:latin typeface="Preeti" pitchFamily="2" charset="0"/>
                        </a:rPr>
                        <a:t>{0f ;</a:t>
                      </a:r>
                      <a:r>
                        <a:rPr lang="en-US" dirty="0" err="1" smtClean="0">
                          <a:latin typeface="Preeti" pitchFamily="2" charset="0"/>
                        </a:rPr>
                        <a:t>fdu|L</a:t>
                      </a:r>
                      <a:r>
                        <a:rPr lang="en-US" dirty="0" smtClean="0">
                          <a:latin typeface="Preeti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Preeti" pitchFamily="2" charset="0"/>
                        </a:rPr>
                        <a:t>pTkfbg</a:t>
                      </a:r>
                      <a:r>
                        <a:rPr lang="en-US" dirty="0" smtClean="0">
                          <a:latin typeface="Preeti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Preeti" pitchFamily="2" charset="0"/>
                        </a:rPr>
                        <a:t>pBf</a:t>
                      </a:r>
                      <a:r>
                        <a:rPr lang="en-US" dirty="0" smtClean="0">
                          <a:latin typeface="Preeti" pitchFamily="2" charset="0"/>
                        </a:rPr>
                        <a:t>]u :</a:t>
                      </a:r>
                      <a:r>
                        <a:rPr lang="en-US" dirty="0" err="1" smtClean="0">
                          <a:latin typeface="Preeti" pitchFamily="2" charset="0"/>
                        </a:rPr>
                        <a:t>yfkgf</a:t>
                      </a:r>
                      <a:r>
                        <a:rPr lang="en-US" dirty="0" smtClean="0">
                          <a:latin typeface="Preeti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Preeti" pitchFamily="2" charset="0"/>
                        </a:rPr>
                        <a:t>ug</a:t>
                      </a:r>
                      <a:r>
                        <a:rPr lang="en-US" dirty="0" smtClean="0">
                          <a:latin typeface="Preeti" pitchFamily="2" charset="0"/>
                        </a:rPr>
                        <a:t>{ </a:t>
                      </a:r>
                      <a:r>
                        <a:rPr lang="en-US" dirty="0" err="1" smtClean="0">
                          <a:latin typeface="Preeti" pitchFamily="2" charset="0"/>
                        </a:rPr>
                        <a:t>sfg'gL</a:t>
                      </a:r>
                      <a:r>
                        <a:rPr lang="en-US" dirty="0" smtClean="0">
                          <a:latin typeface="Preeti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Preeti" pitchFamily="2" charset="0"/>
                        </a:rPr>
                        <a:t>jfwfx</a:t>
                      </a:r>
                      <a:r>
                        <a:rPr lang="en-US" dirty="0" smtClean="0">
                          <a:latin typeface="Preeti" pitchFamily="2" charset="0"/>
                        </a:rPr>
                        <a:t>? -</a:t>
                      </a:r>
                      <a:r>
                        <a:rPr lang="en-US" dirty="0" err="1" smtClean="0">
                          <a:latin typeface="Preeti" pitchFamily="2" charset="0"/>
                        </a:rPr>
                        <a:t>btf</a:t>
                      </a:r>
                      <a:r>
                        <a:rPr lang="en-US" dirty="0" smtClean="0">
                          <a:latin typeface="Preeti" pitchFamily="2" charset="0"/>
                        </a:rPr>
                        <a:t>{_ .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latin typeface="Preeti" pitchFamily="2" charset="0"/>
                        </a:rPr>
                        <a:t>pBf</a:t>
                      </a:r>
                      <a:r>
                        <a:rPr lang="en-US" dirty="0" smtClean="0">
                          <a:latin typeface="Preeti" pitchFamily="2" charset="0"/>
                        </a:rPr>
                        <a:t>]u :</a:t>
                      </a:r>
                      <a:r>
                        <a:rPr lang="en-US" dirty="0" err="1" smtClean="0">
                          <a:latin typeface="Preeti" pitchFamily="2" charset="0"/>
                        </a:rPr>
                        <a:t>yfkgf</a:t>
                      </a:r>
                      <a:r>
                        <a:rPr lang="en-US" dirty="0" smtClean="0">
                          <a:latin typeface="Preeti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Preeti" pitchFamily="2" charset="0"/>
                        </a:rPr>
                        <a:t>ug</a:t>
                      </a:r>
                      <a:r>
                        <a:rPr lang="en-US" dirty="0" smtClean="0">
                          <a:latin typeface="Preeti" pitchFamily="2" charset="0"/>
                        </a:rPr>
                        <a:t>{ </a:t>
                      </a:r>
                      <a:r>
                        <a:rPr lang="en-US" dirty="0" err="1" smtClean="0">
                          <a:latin typeface="Preeti" pitchFamily="2" charset="0"/>
                        </a:rPr>
                        <a:t>sfg'gL</a:t>
                      </a:r>
                      <a:r>
                        <a:rPr lang="en-US" dirty="0" smtClean="0">
                          <a:latin typeface="Preeti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Preeti" pitchFamily="2" charset="0"/>
                        </a:rPr>
                        <a:t>jfwfx</a:t>
                      </a:r>
                      <a:r>
                        <a:rPr lang="en-US" dirty="0" smtClean="0">
                          <a:latin typeface="Preeti" pitchFamily="2" charset="0"/>
                        </a:rPr>
                        <a:t>?</a:t>
                      </a:r>
                      <a:r>
                        <a:rPr lang="en-US" baseline="0" dirty="0" smtClean="0">
                          <a:latin typeface="Preeti" pitchFamily="2" charset="0"/>
                        </a:rPr>
                        <a:t> x6f</a:t>
                      </a:r>
                      <a:r>
                        <a:rPr lang="en-US" baseline="0" dirty="0" smtClean="0">
                          <a:latin typeface="Preeti"/>
                        </a:rPr>
                        <a:t>pg </a:t>
                      </a:r>
                      <a:r>
                        <a:rPr lang="en-US" baseline="0" dirty="0" err="1" smtClean="0">
                          <a:latin typeface="Preeti"/>
                        </a:rPr>
                        <a:t>kflnsf</a:t>
                      </a:r>
                      <a:r>
                        <a:rPr lang="en-US" baseline="0" dirty="0" smtClean="0">
                          <a:latin typeface="Preeti"/>
                        </a:rPr>
                        <a:t> / </a:t>
                      </a:r>
                      <a:r>
                        <a:rPr lang="en-US" baseline="0" dirty="0" err="1" smtClean="0">
                          <a:latin typeface="Preeti"/>
                        </a:rPr>
                        <a:t>lhNnf</a:t>
                      </a:r>
                      <a:r>
                        <a:rPr lang="en-US" baseline="0" dirty="0" smtClean="0">
                          <a:latin typeface="Preeti"/>
                        </a:rPr>
                        <a:t> ;+u ;</a:t>
                      </a:r>
                      <a:r>
                        <a:rPr lang="en-US" baseline="0" dirty="0" err="1" smtClean="0">
                          <a:latin typeface="Preeti"/>
                        </a:rPr>
                        <a:t>dGjo</a:t>
                      </a:r>
                      <a:r>
                        <a:rPr lang="en-US" baseline="0" dirty="0" smtClean="0">
                          <a:latin typeface="Preeti"/>
                        </a:rPr>
                        <a:t> </a:t>
                      </a:r>
                      <a:r>
                        <a:rPr lang="en-US" baseline="0" dirty="0" err="1" smtClean="0">
                          <a:latin typeface="Preeti"/>
                        </a:rPr>
                        <a:t>ug</a:t>
                      </a:r>
                      <a:r>
                        <a:rPr lang="en-US" baseline="0" dirty="0" smtClean="0">
                          <a:latin typeface="Preeti"/>
                        </a:rPr>
                        <a:t>]{</a:t>
                      </a:r>
                      <a:r>
                        <a:rPr lang="en-US" baseline="0" dirty="0" smtClean="0">
                          <a:latin typeface="Preeti" pitchFamily="2" charset="0"/>
                        </a:rPr>
                        <a:t> .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9296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latin typeface="Preeti" pitchFamily="2" charset="0"/>
                        </a:rPr>
                        <a:t>pBd</a:t>
                      </a:r>
                      <a:r>
                        <a:rPr lang="en-US" dirty="0" smtClean="0">
                          <a:latin typeface="Preeti" pitchFamily="2" charset="0"/>
                        </a:rPr>
                        <a:t> :</a:t>
                      </a:r>
                      <a:r>
                        <a:rPr lang="en-US" dirty="0" err="1" smtClean="0">
                          <a:latin typeface="Preeti" pitchFamily="2" charset="0"/>
                        </a:rPr>
                        <a:t>yfkgfsf</a:t>
                      </a:r>
                      <a:r>
                        <a:rPr lang="en-US" dirty="0" smtClean="0">
                          <a:latin typeface="Preeti" pitchFamily="2" charset="0"/>
                        </a:rPr>
                        <a:t>] </a:t>
                      </a:r>
                      <a:r>
                        <a:rPr lang="en-US" dirty="0" err="1" smtClean="0">
                          <a:latin typeface="Preeti" pitchFamily="2" charset="0"/>
                        </a:rPr>
                        <a:t>nflu</a:t>
                      </a:r>
                      <a:r>
                        <a:rPr lang="en-US" dirty="0" smtClean="0">
                          <a:latin typeface="Preeti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Preeti" pitchFamily="2" charset="0"/>
                        </a:rPr>
                        <a:t>cfjZos</a:t>
                      </a:r>
                      <a:r>
                        <a:rPr lang="en-US" dirty="0" smtClean="0">
                          <a:latin typeface="Preeti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Preeti" pitchFamily="2" charset="0"/>
                        </a:rPr>
                        <a:t>ljB't</a:t>
                      </a:r>
                      <a:r>
                        <a:rPr lang="en-US" dirty="0" smtClean="0">
                          <a:latin typeface="Preeti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Preeti" pitchFamily="2" charset="0"/>
                        </a:rPr>
                        <a:t>Ifdtf</a:t>
                      </a:r>
                      <a:r>
                        <a:rPr lang="en-US" dirty="0" smtClean="0">
                          <a:latin typeface="Preeti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Preeti" pitchFamily="2" charset="0"/>
                        </a:rPr>
                        <a:t>pknJw</a:t>
                      </a:r>
                      <a:r>
                        <a:rPr lang="en-US" dirty="0" smtClean="0">
                          <a:latin typeface="Preeti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Preeti" pitchFamily="2" charset="0"/>
                        </a:rPr>
                        <a:t>gx'g</a:t>
                      </a:r>
                      <a:r>
                        <a:rPr lang="en-US" dirty="0" smtClean="0">
                          <a:latin typeface="Preeti" pitchFamily="2" charset="0"/>
                        </a:rPr>
                        <a:t>' .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latin typeface="Preeti" pitchFamily="2" charset="0"/>
                        </a:rPr>
                        <a:t>pBd</a:t>
                      </a:r>
                      <a:r>
                        <a:rPr lang="en-US" dirty="0" smtClean="0">
                          <a:latin typeface="Preeti" pitchFamily="2" charset="0"/>
                        </a:rPr>
                        <a:t> :</a:t>
                      </a:r>
                      <a:r>
                        <a:rPr lang="en-US" dirty="0" err="1" smtClean="0">
                          <a:latin typeface="Preeti" pitchFamily="2" charset="0"/>
                        </a:rPr>
                        <a:t>yfkgfsf</a:t>
                      </a:r>
                      <a:r>
                        <a:rPr lang="en-US" dirty="0" smtClean="0">
                          <a:latin typeface="Preeti" pitchFamily="2" charset="0"/>
                        </a:rPr>
                        <a:t>] </a:t>
                      </a:r>
                      <a:r>
                        <a:rPr lang="en-US" dirty="0" err="1" smtClean="0">
                          <a:latin typeface="Preeti" pitchFamily="2" charset="0"/>
                        </a:rPr>
                        <a:t>nflu</a:t>
                      </a:r>
                      <a:r>
                        <a:rPr lang="en-US" dirty="0" smtClean="0">
                          <a:latin typeface="Preeti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Preeti" pitchFamily="2" charset="0"/>
                        </a:rPr>
                        <a:t>cfjZos</a:t>
                      </a:r>
                      <a:r>
                        <a:rPr lang="en-US" dirty="0" smtClean="0">
                          <a:latin typeface="Preeti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Preeti" pitchFamily="2" charset="0"/>
                        </a:rPr>
                        <a:t>ljB't</a:t>
                      </a:r>
                      <a:r>
                        <a:rPr lang="en-US" dirty="0" smtClean="0">
                          <a:latin typeface="Preeti" pitchFamily="2" charset="0"/>
                        </a:rPr>
                        <a:t> </a:t>
                      </a:r>
                      <a:r>
                        <a:rPr lang="en-US" dirty="0" err="1" smtClean="0">
                          <a:latin typeface="Preeti" pitchFamily="2" charset="0"/>
                        </a:rPr>
                        <a:t>Ifdtf</a:t>
                      </a:r>
                      <a:r>
                        <a:rPr lang="en-US" dirty="0" smtClean="0">
                          <a:latin typeface="Preeti" pitchFamily="2" charset="0"/>
                        </a:rPr>
                        <a:t> a9f</a:t>
                      </a:r>
                      <a:r>
                        <a:rPr lang="en-US" dirty="0" smtClean="0">
                          <a:latin typeface="Preeti"/>
                        </a:rPr>
                        <a:t>pg </a:t>
                      </a:r>
                      <a:r>
                        <a:rPr lang="en-US" dirty="0" err="1" smtClean="0">
                          <a:latin typeface="Preeti"/>
                        </a:rPr>
                        <a:t>l</a:t>
                      </a:r>
                      <a:r>
                        <a:rPr lang="en-US" dirty="0" err="1" smtClean="0">
                          <a:latin typeface="Preeti" pitchFamily="2" charset="0"/>
                        </a:rPr>
                        <a:t>jB't</a:t>
                      </a:r>
                      <a:r>
                        <a:rPr lang="en-US" dirty="0" smtClean="0">
                          <a:latin typeface="Preeti"/>
                        </a:rPr>
                        <a:t> </a:t>
                      </a:r>
                      <a:r>
                        <a:rPr lang="en-US" dirty="0" err="1" smtClean="0">
                          <a:latin typeface="Preeti"/>
                        </a:rPr>
                        <a:t>k|lws</a:t>
                      </a:r>
                      <a:r>
                        <a:rPr lang="en-US" dirty="0" smtClean="0">
                          <a:latin typeface="Preeti"/>
                        </a:rPr>
                        <a:t>/0f</a:t>
                      </a:r>
                      <a:r>
                        <a:rPr lang="en-US" baseline="0" dirty="0" smtClean="0">
                          <a:latin typeface="Preeti"/>
                        </a:rPr>
                        <a:t> ;+u ;+</a:t>
                      </a:r>
                      <a:r>
                        <a:rPr lang="en-US" baseline="0" dirty="0" err="1" smtClean="0">
                          <a:latin typeface="Preeti"/>
                        </a:rPr>
                        <a:t>dGjo</a:t>
                      </a:r>
                      <a:r>
                        <a:rPr lang="en-US" baseline="0" dirty="0" smtClean="0">
                          <a:latin typeface="Preeti"/>
                        </a:rPr>
                        <a:t> </a:t>
                      </a:r>
                      <a:r>
                        <a:rPr lang="en-US" baseline="0" dirty="0" err="1" smtClean="0">
                          <a:latin typeface="Preeti"/>
                        </a:rPr>
                        <a:t>ul</a:t>
                      </a:r>
                      <a:r>
                        <a:rPr lang="en-US" baseline="0" dirty="0" smtClean="0">
                          <a:latin typeface="Preeti"/>
                        </a:rPr>
                        <a:t>/ </a:t>
                      </a:r>
                      <a:r>
                        <a:rPr lang="en-US" dirty="0" smtClean="0">
                          <a:latin typeface="Preeti"/>
                        </a:rPr>
                        <a:t>s]lx</a:t>
                      </a:r>
                      <a:r>
                        <a:rPr lang="en-US" baseline="0" dirty="0" smtClean="0">
                          <a:latin typeface="Preeti"/>
                        </a:rPr>
                        <a:t> ;</a:t>
                      </a:r>
                      <a:r>
                        <a:rPr lang="en-US" baseline="0" dirty="0" err="1" smtClean="0">
                          <a:latin typeface="Preeti"/>
                        </a:rPr>
                        <a:t>xof</a:t>
                      </a:r>
                      <a:r>
                        <a:rPr lang="en-US" baseline="0" dirty="0" smtClean="0">
                          <a:latin typeface="Preeti"/>
                        </a:rPr>
                        <a:t>]u </a:t>
                      </a:r>
                      <a:r>
                        <a:rPr lang="en-US" baseline="0" dirty="0" err="1" smtClean="0">
                          <a:latin typeface="Preeti"/>
                        </a:rPr>
                        <a:t>ug</a:t>
                      </a:r>
                      <a:r>
                        <a:rPr lang="en-US" baseline="0" dirty="0" smtClean="0">
                          <a:latin typeface="Preeti"/>
                        </a:rPr>
                        <a:t>]{ / </a:t>
                      </a:r>
                      <a:r>
                        <a:rPr lang="en-US" baseline="0" dirty="0" err="1" smtClean="0">
                          <a:latin typeface="Preeti"/>
                        </a:rPr>
                        <a:t>sfo</a:t>
                      </a:r>
                      <a:r>
                        <a:rPr lang="en-US" baseline="0" dirty="0" smtClean="0">
                          <a:latin typeface="Preeti"/>
                        </a:rPr>
                        <a:t>{ cufl8 a9fpg] .</a:t>
                      </a:r>
                      <a:endParaRPr lang="en-US" dirty="0" smtClean="0">
                        <a:latin typeface="Preeti" pitchFamily="2" charset="0"/>
                      </a:endParaRPr>
                    </a:p>
                    <a:p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latin typeface="Preeti" pitchFamily="2" charset="0"/>
                        </a:rPr>
                        <a:t>df+u</a:t>
                      </a:r>
                      <a:r>
                        <a:rPr lang="en-US" dirty="0" smtClean="0">
                          <a:latin typeface="Preeti" pitchFamily="2" charset="0"/>
                        </a:rPr>
                        <a:t> / </a:t>
                      </a:r>
                      <a:r>
                        <a:rPr lang="en-US" dirty="0" err="1" smtClean="0">
                          <a:latin typeface="Preeti" pitchFamily="2" charset="0"/>
                        </a:rPr>
                        <a:t>cfk'lt</a:t>
                      </a:r>
                      <a:r>
                        <a:rPr lang="en-US" dirty="0" smtClean="0">
                          <a:latin typeface="Preeti" pitchFamily="2" charset="0"/>
                        </a:rPr>
                        <a:t>{ </a:t>
                      </a:r>
                      <a:r>
                        <a:rPr lang="en-US" dirty="0" err="1" smtClean="0">
                          <a:latin typeface="Preeti" pitchFamily="2" charset="0"/>
                        </a:rPr>
                        <a:t>stf</a:t>
                      </a:r>
                      <a:r>
                        <a:rPr lang="en-US" dirty="0" smtClean="0">
                          <a:latin typeface="Preeti" pitchFamily="2" charset="0"/>
                        </a:rPr>
                        <a:t>{ lar </a:t>
                      </a:r>
                      <a:endParaRPr lang="en-US" baseline="0" dirty="0" smtClean="0">
                        <a:latin typeface="Preeti" pitchFamily="2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smtClean="0">
                          <a:latin typeface="Preeti" pitchFamily="2" charset="0"/>
                        </a:rPr>
                        <a:t>  </a:t>
                      </a:r>
                      <a:r>
                        <a:rPr lang="en-US" baseline="0" dirty="0" err="1" smtClean="0">
                          <a:latin typeface="Preeti" pitchFamily="2" charset="0"/>
                        </a:rPr>
                        <a:t>tfnd</a:t>
                      </a:r>
                      <a:r>
                        <a:rPr lang="en-US" baseline="0" dirty="0" smtClean="0">
                          <a:latin typeface="Preeti" pitchFamily="2" charset="0"/>
                        </a:rPr>
                        <a:t>]n </a:t>
                      </a:r>
                      <a:r>
                        <a:rPr lang="en-US" baseline="0" dirty="0" err="1" smtClean="0">
                          <a:latin typeface="Preeti" pitchFamily="2" charset="0"/>
                        </a:rPr>
                        <a:t>gvfg</a:t>
                      </a:r>
                      <a:r>
                        <a:rPr lang="en-US" baseline="0" dirty="0" smtClean="0">
                          <a:latin typeface="Preeti" pitchFamily="2" charset="0"/>
                        </a:rPr>
                        <a:t>' .</a:t>
                      </a:r>
                      <a:endParaRPr lang="en-US" dirty="0" smtClean="0">
                        <a:latin typeface="Preeti" pitchFamily="2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Preeti" pitchFamily="2" charset="0"/>
                        </a:rPr>
                        <a:t> 3/</a:t>
                      </a:r>
                      <a:r>
                        <a:rPr lang="en-US" baseline="0" dirty="0" smtClean="0">
                          <a:latin typeface="Preeti" pitchFamily="2" charset="0"/>
                        </a:rPr>
                        <a:t> </a:t>
                      </a:r>
                      <a:r>
                        <a:rPr lang="en-US" baseline="0" dirty="0" err="1" smtClean="0">
                          <a:latin typeface="Preeti" pitchFamily="2" charset="0"/>
                        </a:rPr>
                        <a:t>lgdf</a:t>
                      </a:r>
                      <a:r>
                        <a:rPr lang="en-US" baseline="0" dirty="0" smtClean="0">
                          <a:latin typeface="Preeti" pitchFamily="2" charset="0"/>
                        </a:rPr>
                        <a:t>{0f </a:t>
                      </a:r>
                      <a:r>
                        <a:rPr lang="en-US" baseline="0" dirty="0" err="1" smtClean="0">
                          <a:latin typeface="Preeti" pitchFamily="2" charset="0"/>
                        </a:rPr>
                        <a:t>ug</a:t>
                      </a:r>
                      <a:r>
                        <a:rPr lang="en-US" baseline="0" dirty="0" smtClean="0">
                          <a:latin typeface="Preeti" pitchFamily="2" charset="0"/>
                        </a:rPr>
                        <a:t>]{ </a:t>
                      </a:r>
                      <a:r>
                        <a:rPr lang="en-US" baseline="0" dirty="0" err="1" smtClean="0">
                          <a:latin typeface="Preeti" pitchFamily="2" charset="0"/>
                        </a:rPr>
                        <a:t>AolQ</a:t>
                      </a:r>
                      <a:r>
                        <a:rPr lang="en-US" baseline="0" dirty="0" smtClean="0">
                          <a:latin typeface="Preeti" pitchFamily="2" charset="0"/>
                        </a:rPr>
                        <a:t> / &gt;f]t </a:t>
                      </a:r>
                      <a:r>
                        <a:rPr lang="en-US" baseline="0" dirty="0" err="1" smtClean="0">
                          <a:latin typeface="Preeti" pitchFamily="2" charset="0"/>
                        </a:rPr>
                        <a:t>AolQ</a:t>
                      </a:r>
                      <a:r>
                        <a:rPr lang="en-US" baseline="0" dirty="0" smtClean="0">
                          <a:latin typeface="Preeti" pitchFamily="2" charset="0"/>
                        </a:rPr>
                        <a:t> </a:t>
                      </a:r>
                      <a:r>
                        <a:rPr lang="en-US" baseline="0" dirty="0" err="1" smtClean="0">
                          <a:latin typeface="Preeti" pitchFamily="2" charset="0"/>
                        </a:rPr>
                        <a:t>lar</a:t>
                      </a:r>
                      <a:r>
                        <a:rPr lang="en-US" baseline="0" dirty="0" smtClean="0">
                          <a:latin typeface="Preeti" pitchFamily="2" charset="0"/>
                        </a:rPr>
                        <a:t> ;</a:t>
                      </a:r>
                      <a:r>
                        <a:rPr lang="en-US" baseline="0" dirty="0" err="1" smtClean="0">
                          <a:latin typeface="Preeti" pitchFamily="2" charset="0"/>
                        </a:rPr>
                        <a:t>dGjosfl</a:t>
                      </a:r>
                      <a:r>
                        <a:rPr lang="en-US" baseline="0" dirty="0" smtClean="0">
                          <a:latin typeface="Preeti" pitchFamily="2" charset="0"/>
                        </a:rPr>
                        <a:t>/ </a:t>
                      </a:r>
                      <a:r>
                        <a:rPr lang="en-US" baseline="0" dirty="0" err="1" smtClean="0">
                          <a:latin typeface="Preeti" pitchFamily="2" charset="0"/>
                        </a:rPr>
                        <a:t>e'ldsf</a:t>
                      </a:r>
                      <a:r>
                        <a:rPr lang="en-US" baseline="0" dirty="0" smtClean="0">
                          <a:latin typeface="Preeti" pitchFamily="2" charset="0"/>
                        </a:rPr>
                        <a:t> </a:t>
                      </a:r>
                      <a:r>
                        <a:rPr lang="en-US" baseline="0" dirty="0" err="1" smtClean="0">
                          <a:latin typeface="Preeti" pitchFamily="2" charset="0"/>
                        </a:rPr>
                        <a:t>agf</a:t>
                      </a:r>
                      <a:r>
                        <a:rPr lang="en-US" baseline="0" dirty="0" err="1" smtClean="0">
                          <a:latin typeface="Preeti"/>
                        </a:rPr>
                        <a:t>pg</a:t>
                      </a:r>
                      <a:r>
                        <a:rPr lang="en-US" baseline="0" dirty="0" smtClean="0">
                          <a:latin typeface="Preeti"/>
                        </a:rPr>
                        <a:t>' kg]{ 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CSEB  </a:t>
                      </a:r>
                      <a:r>
                        <a:rPr lang="en-US" dirty="0" smtClean="0">
                          <a:latin typeface="Preeti" pitchFamily="2" charset="0"/>
                        </a:rPr>
                        <a:t>af6</a:t>
                      </a:r>
                      <a:r>
                        <a:rPr lang="en-US" baseline="0" dirty="0" smtClean="0">
                          <a:latin typeface="Preeti" pitchFamily="2" charset="0"/>
                        </a:rPr>
                        <a:t> 3/ </a:t>
                      </a:r>
                      <a:r>
                        <a:rPr lang="en-US" baseline="0" dirty="0" err="1" smtClean="0">
                          <a:latin typeface="Preeti" pitchFamily="2" charset="0"/>
                        </a:rPr>
                        <a:t>agf</a:t>
                      </a:r>
                      <a:r>
                        <a:rPr lang="en-US" baseline="0" dirty="0" err="1" smtClean="0">
                          <a:latin typeface="Preeti"/>
                        </a:rPr>
                        <a:t>pg</a:t>
                      </a:r>
                      <a:r>
                        <a:rPr lang="en-US" baseline="0" dirty="0" smtClean="0">
                          <a:latin typeface="Preeti"/>
                        </a:rPr>
                        <a:t>] </a:t>
                      </a:r>
                      <a:r>
                        <a:rPr lang="en-US" dirty="0" err="1" smtClean="0">
                          <a:latin typeface="Preeti" pitchFamily="2" charset="0"/>
                        </a:rPr>
                        <a:t>tflnd</a:t>
                      </a:r>
                      <a:r>
                        <a:rPr lang="en-US" baseline="0" dirty="0" smtClean="0">
                          <a:latin typeface="Preeti" pitchFamily="2" charset="0"/>
                        </a:rPr>
                        <a:t> </a:t>
                      </a:r>
                      <a:r>
                        <a:rPr lang="en-US" baseline="0" dirty="0" err="1" smtClean="0">
                          <a:latin typeface="Preeti" pitchFamily="2" charset="0"/>
                        </a:rPr>
                        <a:t>lnPsfn</a:t>
                      </a:r>
                      <a:r>
                        <a:rPr lang="en-US" baseline="0" dirty="0" smtClean="0">
                          <a:latin typeface="Preeti" pitchFamily="2" charset="0"/>
                        </a:rPr>
                        <a:t>] </a:t>
                      </a:r>
                      <a:r>
                        <a:rPr lang="en-US" baseline="0" dirty="0" err="1" smtClean="0">
                          <a:latin typeface="Preeti" pitchFamily="2" charset="0"/>
                        </a:rPr>
                        <a:t>lgodLt</a:t>
                      </a:r>
                      <a:r>
                        <a:rPr lang="en-US" baseline="0" dirty="0" smtClean="0">
                          <a:latin typeface="Preeti" pitchFamily="2" charset="0"/>
                        </a:rPr>
                        <a:t> ;f]lx </a:t>
                      </a:r>
                      <a:r>
                        <a:rPr lang="en-US" baseline="0" dirty="0" err="1" smtClean="0">
                          <a:latin typeface="Preeti" pitchFamily="2" charset="0"/>
                        </a:rPr>
                        <a:t>sfd</a:t>
                      </a:r>
                      <a:r>
                        <a:rPr lang="en-US" baseline="0" dirty="0" smtClean="0">
                          <a:latin typeface="Preeti" pitchFamily="2" charset="0"/>
                        </a:rPr>
                        <a:t> </a:t>
                      </a:r>
                      <a:r>
                        <a:rPr lang="en-US" baseline="0" dirty="0" err="1" smtClean="0">
                          <a:latin typeface="Preeti" pitchFamily="2" charset="0"/>
                        </a:rPr>
                        <a:t>gug</a:t>
                      </a:r>
                      <a:r>
                        <a:rPr lang="en-US" baseline="0" dirty="0" smtClean="0">
                          <a:latin typeface="Preeti" pitchFamily="2" charset="0"/>
                        </a:rPr>
                        <a:t>‘{'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Preeti" pitchFamily="2" charset="0"/>
                        </a:rPr>
                        <a:t>;</a:t>
                      </a:r>
                      <a:r>
                        <a:rPr lang="en-US" dirty="0" err="1" smtClean="0">
                          <a:latin typeface="Preeti" pitchFamily="2" charset="0"/>
                        </a:rPr>
                        <a:t>d'x</a:t>
                      </a:r>
                      <a:r>
                        <a:rPr lang="en-US" dirty="0" smtClean="0">
                          <a:latin typeface="Preeti" pitchFamily="2" charset="0"/>
                        </a:rPr>
                        <a:t> u7g</a:t>
                      </a:r>
                      <a:r>
                        <a:rPr lang="en-US" baseline="0" dirty="0" smtClean="0">
                          <a:latin typeface="Preeti" pitchFamily="2" charset="0"/>
                        </a:rPr>
                        <a:t> u/L ;</a:t>
                      </a:r>
                      <a:r>
                        <a:rPr lang="en-US" baseline="0" dirty="0" err="1" smtClean="0">
                          <a:latin typeface="Preeti" pitchFamily="2" charset="0"/>
                        </a:rPr>
                        <a:t>Dk</a:t>
                      </a:r>
                      <a:r>
                        <a:rPr lang="en-US" baseline="0" dirty="0" smtClean="0">
                          <a:latin typeface="Preeti" pitchFamily="2" charset="0"/>
                        </a:rPr>
                        <a:t>{</a:t>
                      </a:r>
                      <a:r>
                        <a:rPr lang="en-US" baseline="0" dirty="0" err="1" smtClean="0">
                          <a:latin typeface="Preeti" pitchFamily="2" charset="0"/>
                        </a:rPr>
                        <a:t>sdf</a:t>
                      </a:r>
                      <a:r>
                        <a:rPr lang="en-US" baseline="0" dirty="0" smtClean="0">
                          <a:latin typeface="Preeti" pitchFamily="2" charset="0"/>
                        </a:rPr>
                        <a:t> /</a:t>
                      </a:r>
                      <a:r>
                        <a:rPr lang="en-US" baseline="0" dirty="0" err="1" smtClean="0">
                          <a:latin typeface="Preeti" pitchFamily="2" charset="0"/>
                        </a:rPr>
                        <a:t>fVg</a:t>
                      </a:r>
                      <a:r>
                        <a:rPr lang="en-US" baseline="0" dirty="0" smtClean="0">
                          <a:latin typeface="Preeti" pitchFamily="2" charset="0"/>
                        </a:rPr>
                        <a:t>' kg]{ .</a:t>
                      </a:r>
                      <a:endParaRPr lang="en-US" dirty="0">
                        <a:latin typeface="Preeti" pitchFamily="2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1150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                                          </a:t>
            </a: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0"/>
            <a:ext cx="8517761" cy="6750509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 smtClean="0">
                <a:latin typeface="Preeti" pitchFamily="2" charset="0"/>
              </a:rPr>
              <a:t>                                                                                   </a:t>
            </a:r>
          </a:p>
          <a:p>
            <a:pPr marL="0" indent="0">
              <a:buNone/>
            </a:pPr>
            <a:endParaRPr lang="en-US" sz="1600" dirty="0">
              <a:latin typeface="Preeti" pitchFamily="2" charset="0"/>
            </a:endParaRPr>
          </a:p>
          <a:p>
            <a:pPr marL="0" indent="0">
              <a:buNone/>
            </a:pPr>
            <a:r>
              <a:rPr lang="en-US" sz="1600" dirty="0" smtClean="0">
                <a:latin typeface="Preeti" pitchFamily="2" charset="0"/>
              </a:rPr>
              <a:t>                                                                                  </a:t>
            </a:r>
            <a:r>
              <a:rPr lang="en-US" sz="2000" dirty="0" smtClean="0">
                <a:latin typeface="Preeti" pitchFamily="2" charset="0"/>
              </a:rPr>
              <a:t>;/</a:t>
            </a:r>
            <a:r>
              <a:rPr lang="en-US" sz="2000" dirty="0" err="1" smtClean="0">
                <a:latin typeface="Preeti" pitchFamily="2" charset="0"/>
              </a:rPr>
              <a:t>sfl</a:t>
            </a:r>
            <a:r>
              <a:rPr lang="en-US" sz="2000" dirty="0" smtClean="0">
                <a:latin typeface="Preeti" pitchFamily="2" charset="0"/>
              </a:rPr>
              <a:t>/ </a:t>
            </a:r>
            <a:r>
              <a:rPr lang="en-US" sz="2000" dirty="0" err="1" smtClean="0">
                <a:latin typeface="Preeti" pitchFamily="2" charset="0"/>
              </a:rPr>
              <a:t>lgsfo</a:t>
            </a:r>
            <a:r>
              <a:rPr lang="en-US" sz="2000" dirty="0" smtClean="0">
                <a:latin typeface="Preeti" pitchFamily="2" charset="0"/>
              </a:rPr>
              <a:t> </a:t>
            </a:r>
            <a:r>
              <a:rPr lang="en-US" sz="2000" dirty="0" err="1" smtClean="0">
                <a:latin typeface="Preeti" pitchFamily="2" charset="0"/>
              </a:rPr>
              <a:t>tyf</a:t>
            </a:r>
            <a:r>
              <a:rPr lang="en-US" sz="2000" dirty="0" smtClean="0">
                <a:latin typeface="Preeti" pitchFamily="2" charset="0"/>
              </a:rPr>
              <a:t> </a:t>
            </a:r>
            <a:r>
              <a:rPr lang="en-US" sz="2000" dirty="0" err="1" smtClean="0">
                <a:latin typeface="Preeti" pitchFamily="2" charset="0"/>
              </a:rPr>
              <a:t>hgk|ltlgwL</a:t>
            </a:r>
            <a:r>
              <a:rPr lang="en-US" sz="2000" dirty="0" smtClean="0">
                <a:latin typeface="Preeti" pitchFamily="2" charset="0"/>
              </a:rPr>
              <a:t>                                                                                                                           ;                                                               ;</a:t>
            </a:r>
            <a:r>
              <a:rPr lang="en-US" sz="2000" dirty="0" err="1" smtClean="0">
                <a:latin typeface="Preeti" pitchFamily="2" charset="0"/>
              </a:rPr>
              <a:t>u+sf</a:t>
            </a:r>
            <a:r>
              <a:rPr lang="en-US" sz="2000" dirty="0" smtClean="0">
                <a:latin typeface="Preeti" pitchFamily="2" charset="0"/>
              </a:rPr>
              <a:t>] </a:t>
            </a:r>
            <a:r>
              <a:rPr lang="en-US" sz="2000" dirty="0" err="1" smtClean="0">
                <a:latin typeface="Preeti" pitchFamily="2" charset="0"/>
              </a:rPr>
              <a:t>dfu</a:t>
            </a:r>
            <a:r>
              <a:rPr lang="en-US" sz="2000" dirty="0" smtClean="0">
                <a:latin typeface="Preeti" pitchFamily="2" charset="0"/>
              </a:rPr>
              <a:t> ;+</a:t>
            </a:r>
            <a:r>
              <a:rPr lang="en-US" sz="2000" dirty="0" err="1" smtClean="0">
                <a:latin typeface="Preeti" pitchFamily="2" charset="0"/>
              </a:rPr>
              <a:t>sng</a:t>
            </a:r>
            <a:r>
              <a:rPr lang="en-US" sz="2000" dirty="0" smtClean="0">
                <a:latin typeface="Preeti" pitchFamily="2" charset="0"/>
              </a:rPr>
              <a:t> s]</a:t>
            </a:r>
            <a:r>
              <a:rPr lang="en-US" sz="2000" dirty="0" err="1" smtClean="0">
                <a:latin typeface="Preeti" pitchFamily="2" charset="0"/>
              </a:rPr>
              <a:t>Gb|sf</a:t>
            </a:r>
            <a:r>
              <a:rPr lang="en-US" sz="2000" dirty="0" smtClean="0">
                <a:latin typeface="Preeti" pitchFamily="2" charset="0"/>
              </a:rPr>
              <a:t>] </a:t>
            </a:r>
            <a:r>
              <a:rPr lang="en-US" sz="2000" dirty="0" err="1" smtClean="0">
                <a:latin typeface="Preeti" pitchFamily="2" charset="0"/>
              </a:rPr>
              <a:t>cjnf</a:t>
            </a:r>
            <a:r>
              <a:rPr lang="en-US" sz="2000" dirty="0" smtClean="0">
                <a:latin typeface="Preeti" pitchFamily="2" charset="0"/>
              </a:rPr>
              <a:t>]</a:t>
            </a:r>
            <a:r>
              <a:rPr lang="en-US" sz="2000" dirty="0" err="1" smtClean="0">
                <a:latin typeface="Preeti" pitchFamily="2" charset="0"/>
              </a:rPr>
              <a:t>sg</a:t>
            </a:r>
            <a:endParaRPr lang="en-US" sz="2000" dirty="0"/>
          </a:p>
        </p:txBody>
      </p:sp>
      <p:pic>
        <p:nvPicPr>
          <p:cNvPr id="2050" name="Picture 2" descr="C:\Users\neo\Desktop\photo\photo frm didi mbl\20170617_093703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538"/>
            <a:ext cx="5486400" cy="2949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:\Users\neo\Desktop\photo\photo frm didi mbl\20170617_090106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082" y="2971800"/>
            <a:ext cx="5113867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52400" y="2967335"/>
            <a:ext cx="6705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>
              <a:latin typeface="Preeti" pitchFamily="2" charset="0"/>
            </a:endParaRPr>
          </a:p>
          <a:p>
            <a:endParaRPr lang="en-US" dirty="0">
              <a:latin typeface="Preeti" pitchFamily="2" charset="0"/>
            </a:endParaRPr>
          </a:p>
          <a:p>
            <a:endParaRPr lang="en-US" dirty="0" smtClean="0">
              <a:latin typeface="Preeti" pitchFamily="2" charset="0"/>
            </a:endParaRPr>
          </a:p>
          <a:p>
            <a:endParaRPr lang="en-US" dirty="0">
              <a:latin typeface="Preeti" pitchFamily="2" charset="0"/>
            </a:endParaRPr>
          </a:p>
          <a:p>
            <a:endParaRPr lang="en-US" dirty="0" smtClean="0">
              <a:latin typeface="Preeti" pitchFamily="2" charset="0"/>
            </a:endParaRPr>
          </a:p>
          <a:p>
            <a:endParaRPr lang="en-US" dirty="0">
              <a:latin typeface="Preeti" pitchFamily="2" charset="0"/>
            </a:endParaRPr>
          </a:p>
          <a:p>
            <a:endParaRPr lang="en-US" dirty="0" smtClean="0">
              <a:latin typeface="Preeti" pitchFamily="2" charset="0"/>
            </a:endParaRPr>
          </a:p>
          <a:p>
            <a:endParaRPr lang="en-US" dirty="0">
              <a:latin typeface="Preeti" pitchFamily="2" charset="0"/>
            </a:endParaRPr>
          </a:p>
          <a:p>
            <a:r>
              <a:rPr lang="en-US" dirty="0" smtClean="0">
                <a:latin typeface="Preeti" pitchFamily="2" charset="0"/>
              </a:rPr>
              <a:t>;/</a:t>
            </a:r>
            <a:r>
              <a:rPr lang="en-US" dirty="0" err="1">
                <a:latin typeface="Preeti" pitchFamily="2" charset="0"/>
              </a:rPr>
              <a:t>sfl</a:t>
            </a:r>
            <a:r>
              <a:rPr lang="en-US" dirty="0">
                <a:latin typeface="Preeti" pitchFamily="2" charset="0"/>
              </a:rPr>
              <a:t>/ </a:t>
            </a:r>
            <a:r>
              <a:rPr lang="en-US" dirty="0" err="1">
                <a:latin typeface="Preeti" pitchFamily="2" charset="0"/>
              </a:rPr>
              <a:t>lgsfo</a:t>
            </a:r>
            <a:r>
              <a:rPr lang="en-US" dirty="0">
                <a:latin typeface="Preeti" pitchFamily="2" charset="0"/>
              </a:rPr>
              <a:t> </a:t>
            </a:r>
            <a:r>
              <a:rPr lang="en-US" dirty="0" err="1">
                <a:latin typeface="Preeti" pitchFamily="2" charset="0"/>
              </a:rPr>
              <a:t>tyf</a:t>
            </a:r>
            <a:r>
              <a:rPr lang="en-US" dirty="0">
                <a:latin typeface="Preeti" pitchFamily="2" charset="0"/>
              </a:rPr>
              <a:t> </a:t>
            </a:r>
            <a:r>
              <a:rPr lang="en-US" dirty="0" err="1">
                <a:latin typeface="Preeti" pitchFamily="2" charset="0"/>
              </a:rPr>
              <a:t>hgk|ltlgwL</a:t>
            </a:r>
            <a:r>
              <a:rPr lang="en-US" dirty="0">
                <a:latin typeface="Preeti" pitchFamily="2" charset="0"/>
              </a:rPr>
              <a:t>                                                                                                                           </a:t>
            </a:r>
            <a:r>
              <a:rPr lang="en-US" dirty="0" smtClean="0">
                <a:latin typeface="Preeti" pitchFamily="2" charset="0"/>
              </a:rPr>
              <a:t>;</a:t>
            </a:r>
            <a:r>
              <a:rPr lang="en-US" dirty="0" err="1">
                <a:latin typeface="Preeti" pitchFamily="2" charset="0"/>
              </a:rPr>
              <a:t>u+sf</a:t>
            </a:r>
            <a:r>
              <a:rPr lang="en-US" dirty="0">
                <a:latin typeface="Preeti" pitchFamily="2" charset="0"/>
              </a:rPr>
              <a:t>] </a:t>
            </a:r>
            <a:r>
              <a:rPr lang="en-US" dirty="0" smtClean="0">
                <a:latin typeface="Preeti" pitchFamily="2" charset="0"/>
              </a:rPr>
              <a:t>sf7sf] </a:t>
            </a:r>
            <a:r>
              <a:rPr lang="en-US" dirty="0" err="1" smtClean="0">
                <a:latin typeface="Preeti"/>
              </a:rPr>
              <a:t>pkrf</a:t>
            </a:r>
            <a:r>
              <a:rPr lang="en-US" dirty="0" smtClean="0">
                <a:latin typeface="Preeti"/>
              </a:rPr>
              <a:t>/ k|0fflnsf]</a:t>
            </a:r>
            <a:r>
              <a:rPr lang="en-US" dirty="0" smtClean="0">
                <a:latin typeface="Preeti" pitchFamily="2" charset="0"/>
              </a:rPr>
              <a:t> </a:t>
            </a:r>
            <a:r>
              <a:rPr lang="en-US" dirty="0" err="1">
                <a:latin typeface="Preeti" pitchFamily="2" charset="0"/>
              </a:rPr>
              <a:t>cjnf</a:t>
            </a:r>
            <a:r>
              <a:rPr lang="en-US" dirty="0">
                <a:latin typeface="Preeti" pitchFamily="2" charset="0"/>
              </a:rPr>
              <a:t>]</a:t>
            </a:r>
            <a:r>
              <a:rPr lang="en-US" dirty="0" err="1">
                <a:latin typeface="Preeti" pitchFamily="2" charset="0"/>
              </a:rPr>
              <a:t>sg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99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1800" dirty="0" smtClean="0">
                <a:latin typeface="Preeti" pitchFamily="2" charset="0"/>
              </a:rPr>
              <a:t>                                                        ;/</a:t>
            </a:r>
            <a:r>
              <a:rPr lang="en-US" sz="1800" dirty="0" err="1">
                <a:latin typeface="Preeti" pitchFamily="2" charset="0"/>
              </a:rPr>
              <a:t>sfl</a:t>
            </a:r>
            <a:r>
              <a:rPr lang="en-US" sz="1800" dirty="0">
                <a:latin typeface="Preeti" pitchFamily="2" charset="0"/>
              </a:rPr>
              <a:t>/ </a:t>
            </a:r>
            <a:r>
              <a:rPr lang="en-US" sz="1800" dirty="0" err="1">
                <a:latin typeface="Preeti" pitchFamily="2" charset="0"/>
              </a:rPr>
              <a:t>lgsfo</a:t>
            </a:r>
            <a:r>
              <a:rPr lang="en-US" sz="1800" dirty="0">
                <a:latin typeface="Preeti" pitchFamily="2" charset="0"/>
              </a:rPr>
              <a:t> </a:t>
            </a:r>
            <a:r>
              <a:rPr lang="en-US" sz="1800" dirty="0" err="1">
                <a:latin typeface="Preeti" pitchFamily="2" charset="0"/>
              </a:rPr>
              <a:t>tyf</a:t>
            </a:r>
            <a:r>
              <a:rPr lang="en-US" sz="1800" dirty="0">
                <a:latin typeface="Preeti" pitchFamily="2" charset="0"/>
              </a:rPr>
              <a:t> </a:t>
            </a:r>
            <a:r>
              <a:rPr lang="en-US" sz="1800" dirty="0" err="1">
                <a:latin typeface="Preeti" pitchFamily="2" charset="0"/>
              </a:rPr>
              <a:t>hgk|ltlgwL</a:t>
            </a:r>
            <a:r>
              <a:rPr lang="en-US" sz="1800" dirty="0">
                <a:latin typeface="Preeti" pitchFamily="2" charset="0"/>
              </a:rPr>
              <a:t>                                                                                                                           ;                                                               </a:t>
            </a:r>
            <a:r>
              <a:rPr lang="en-US" sz="1800" dirty="0" smtClean="0">
                <a:latin typeface="Preeti" pitchFamily="2" charset="0"/>
              </a:rPr>
              <a:t>      ;+u </a:t>
            </a:r>
            <a:r>
              <a:rPr lang="en-US" sz="1800" dirty="0" err="1" smtClean="0">
                <a:latin typeface="Preeti" pitchFamily="2" charset="0"/>
              </a:rPr>
              <a:t>k'g</a:t>
            </a:r>
            <a:r>
              <a:rPr lang="en-US" sz="1800" dirty="0" smtClean="0">
                <a:latin typeface="Preeti" pitchFamily="2" charset="0"/>
              </a:rPr>
              <a:t> </a:t>
            </a:r>
            <a:r>
              <a:rPr lang="en-US" sz="1800" dirty="0" err="1" smtClean="0">
                <a:latin typeface="Preeti" pitchFamily="2" charset="0"/>
              </a:rPr>
              <a:t>lgdf</a:t>
            </a:r>
            <a:r>
              <a:rPr lang="en-US" sz="1800" dirty="0" smtClean="0">
                <a:latin typeface="Preeti" pitchFamily="2" charset="0"/>
              </a:rPr>
              <a:t>{0f sf </a:t>
            </a:r>
            <a:r>
              <a:rPr lang="en-US" sz="1800" dirty="0" err="1" smtClean="0">
                <a:latin typeface="Preeti" pitchFamily="2" charset="0"/>
              </a:rPr>
              <a:t>la</a:t>
            </a:r>
            <a:r>
              <a:rPr lang="en-US" sz="1800" dirty="0" err="1" smtClean="0">
                <a:latin typeface="Preeti"/>
              </a:rPr>
              <a:t>ifodf</a:t>
            </a:r>
            <a:r>
              <a:rPr lang="en-US" sz="1800" dirty="0" smtClean="0">
                <a:latin typeface="Preeti"/>
              </a:rPr>
              <a:t> 5nkmn</a:t>
            </a:r>
            <a:r>
              <a:rPr lang="en-US" sz="1800" dirty="0"/>
              <a:t/>
            </a:r>
            <a:br>
              <a:rPr lang="en-US" sz="1800" dirty="0"/>
            </a:br>
            <a:endParaRPr lang="en-US" sz="1800" dirty="0"/>
          </a:p>
        </p:txBody>
      </p:sp>
      <p:pic>
        <p:nvPicPr>
          <p:cNvPr id="1026" name="Picture 2" descr="C:\Users\neo\Desktop\photo\photo frm didi mbl\20170617_105037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5" y="-39901"/>
            <a:ext cx="5157612" cy="369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:\Users\neo\Desktop\photo\photo frm didi mbl\IMG_20170830_180135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3200" y="3867150"/>
            <a:ext cx="5283200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57200" y="2828836"/>
            <a:ext cx="6400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>
              <a:latin typeface="Preeti" pitchFamily="2" charset="0"/>
            </a:endParaRPr>
          </a:p>
          <a:p>
            <a:endParaRPr lang="en-US" dirty="0">
              <a:latin typeface="Preeti" pitchFamily="2" charset="0"/>
            </a:endParaRPr>
          </a:p>
          <a:p>
            <a:endParaRPr lang="en-US" dirty="0" smtClean="0">
              <a:latin typeface="Preeti" pitchFamily="2" charset="0"/>
            </a:endParaRPr>
          </a:p>
          <a:p>
            <a:endParaRPr lang="en-US" dirty="0">
              <a:latin typeface="Preeti" pitchFamily="2" charset="0"/>
            </a:endParaRPr>
          </a:p>
          <a:p>
            <a:endParaRPr lang="en-US" dirty="0" smtClean="0">
              <a:latin typeface="Preeti" pitchFamily="2" charset="0"/>
            </a:endParaRPr>
          </a:p>
          <a:p>
            <a:endParaRPr lang="en-US" dirty="0">
              <a:latin typeface="Preeti" pitchFamily="2" charset="0"/>
            </a:endParaRPr>
          </a:p>
          <a:p>
            <a:endParaRPr lang="en-US" dirty="0" smtClean="0">
              <a:latin typeface="Preeti" pitchFamily="2" charset="0"/>
            </a:endParaRPr>
          </a:p>
          <a:p>
            <a:r>
              <a:rPr lang="en-US" dirty="0" smtClean="0">
                <a:latin typeface="Preeti" pitchFamily="2" charset="0"/>
              </a:rPr>
              <a:t>;/</a:t>
            </a:r>
            <a:r>
              <a:rPr lang="en-US" dirty="0" err="1">
                <a:latin typeface="Preeti" pitchFamily="2" charset="0"/>
              </a:rPr>
              <a:t>sfl</a:t>
            </a:r>
            <a:r>
              <a:rPr lang="en-US" dirty="0">
                <a:latin typeface="Preeti" pitchFamily="2" charset="0"/>
              </a:rPr>
              <a:t>/ </a:t>
            </a:r>
            <a:r>
              <a:rPr lang="en-US" dirty="0" err="1">
                <a:latin typeface="Preeti" pitchFamily="2" charset="0"/>
              </a:rPr>
              <a:t>lgsfo</a:t>
            </a:r>
            <a:r>
              <a:rPr lang="en-US" dirty="0">
                <a:latin typeface="Preeti" pitchFamily="2" charset="0"/>
              </a:rPr>
              <a:t> </a:t>
            </a:r>
            <a:r>
              <a:rPr lang="en-US" dirty="0" err="1">
                <a:latin typeface="Preeti" pitchFamily="2" charset="0"/>
              </a:rPr>
              <a:t>tyf</a:t>
            </a:r>
            <a:r>
              <a:rPr lang="en-US" dirty="0">
                <a:latin typeface="Preeti" pitchFamily="2" charset="0"/>
              </a:rPr>
              <a:t> </a:t>
            </a:r>
            <a:r>
              <a:rPr lang="en-US" dirty="0" err="1">
                <a:latin typeface="Preeti" pitchFamily="2" charset="0"/>
              </a:rPr>
              <a:t>hgk|ltlgwL</a:t>
            </a:r>
            <a:r>
              <a:rPr lang="en-US" dirty="0">
                <a:latin typeface="Preeti" pitchFamily="2" charset="0"/>
              </a:rPr>
              <a:t>                                                                                                                    </a:t>
            </a:r>
            <a:r>
              <a:rPr lang="en-US" dirty="0" smtClean="0">
                <a:latin typeface="Preeti" pitchFamily="2" charset="0"/>
              </a:rPr>
              <a:t>;+u </a:t>
            </a:r>
            <a:r>
              <a:rPr lang="en-US" dirty="0" err="1" smtClean="0">
                <a:latin typeface="Preeti" pitchFamily="2" charset="0"/>
              </a:rPr>
              <a:t>k'g</a:t>
            </a:r>
            <a:r>
              <a:rPr lang="en-US" dirty="0" smtClean="0">
                <a:latin typeface="Preeti" pitchFamily="2" charset="0"/>
              </a:rPr>
              <a:t> </a:t>
            </a:r>
            <a:r>
              <a:rPr lang="en-US" dirty="0" err="1">
                <a:latin typeface="Preeti" pitchFamily="2" charset="0"/>
              </a:rPr>
              <a:t>lgdf</a:t>
            </a:r>
            <a:r>
              <a:rPr lang="en-US" dirty="0">
                <a:latin typeface="Preeti" pitchFamily="2" charset="0"/>
              </a:rPr>
              <a:t>{0f ;</a:t>
            </a:r>
            <a:r>
              <a:rPr lang="en-US" dirty="0" err="1">
                <a:latin typeface="Preeti" pitchFamily="2" charset="0"/>
              </a:rPr>
              <a:t>DalGw</a:t>
            </a:r>
            <a:r>
              <a:rPr lang="en-US" dirty="0">
                <a:latin typeface="Preeti" pitchFamily="2" charset="0"/>
              </a:rPr>
              <a:t> </a:t>
            </a:r>
            <a:r>
              <a:rPr lang="en-US" dirty="0" err="1" smtClean="0">
                <a:latin typeface="Preeti" pitchFamily="2" charset="0"/>
              </a:rPr>
              <a:t>cGt</a:t>
            </a:r>
            <a:r>
              <a:rPr lang="en-US" dirty="0" smtClean="0">
                <a:latin typeface="Preeti" pitchFamily="2" charset="0"/>
              </a:rPr>
              <a:t>/</a:t>
            </a:r>
            <a:r>
              <a:rPr lang="en-US" dirty="0" err="1" smtClean="0">
                <a:latin typeface="Preeti" pitchFamily="2" charset="0"/>
              </a:rPr>
              <a:t>lqmof</a:t>
            </a:r>
            <a:r>
              <a:rPr lang="en-US" dirty="0" smtClean="0">
                <a:latin typeface="Preeti" pitchFamily="2" charset="0"/>
              </a:rPr>
              <a:t>{ </a:t>
            </a:r>
            <a:r>
              <a:rPr lang="en-US" dirty="0" err="1" smtClean="0">
                <a:latin typeface="Preeti" pitchFamily="2" charset="0"/>
              </a:rPr>
              <a:t>sfo</a:t>
            </a:r>
            <a:r>
              <a:rPr lang="en-US" dirty="0" smtClean="0">
                <a:latin typeface="Preeti" pitchFamily="2" charset="0"/>
              </a:rPr>
              <a:t>{</a:t>
            </a:r>
            <a:r>
              <a:rPr lang="en-US" dirty="0" err="1" smtClean="0">
                <a:latin typeface="Preeti" pitchFamily="2" charset="0"/>
              </a:rPr>
              <a:t>qmd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563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0" y="1066800"/>
            <a:ext cx="3810000" cy="1371601"/>
          </a:xfrm>
        </p:spPr>
        <p:txBody>
          <a:bodyPr>
            <a:normAutofit/>
          </a:bodyPr>
          <a:lstStyle/>
          <a:p>
            <a:r>
              <a:rPr lang="en-US" sz="3100" dirty="0" smtClean="0"/>
              <a:t>CSEB</a:t>
            </a:r>
            <a:r>
              <a:rPr lang="en-US" sz="3100" dirty="0">
                <a:latin typeface="Preeti" pitchFamily="2" charset="0"/>
              </a:rPr>
              <a:t> </a:t>
            </a:r>
            <a:r>
              <a:rPr lang="en-US" sz="3100" dirty="0" err="1" smtClean="0">
                <a:latin typeface="Preeti" pitchFamily="2" charset="0"/>
              </a:rPr>
              <a:t>k|of</a:t>
            </a:r>
            <a:r>
              <a:rPr lang="en-US" sz="3100" dirty="0" smtClean="0">
                <a:latin typeface="Preeti" pitchFamily="2" charset="0"/>
              </a:rPr>
              <a:t>]u </a:t>
            </a:r>
            <a:r>
              <a:rPr lang="en-US" sz="3100" dirty="0" err="1">
                <a:latin typeface="Preeti" pitchFamily="2" charset="0"/>
              </a:rPr>
              <a:t>ul</a:t>
            </a:r>
            <a:r>
              <a:rPr lang="en-US" sz="3100" dirty="0">
                <a:latin typeface="Preeti" pitchFamily="2" charset="0"/>
              </a:rPr>
              <a:t>/ </a:t>
            </a:r>
            <a:r>
              <a:rPr lang="en-US" sz="3100" dirty="0" err="1">
                <a:latin typeface="Preeti" pitchFamily="2" charset="0"/>
              </a:rPr>
              <a:t>lgdf</a:t>
            </a:r>
            <a:r>
              <a:rPr lang="en-US" sz="3100" dirty="0">
                <a:latin typeface="Preeti" pitchFamily="2" charset="0"/>
              </a:rPr>
              <a:t>{0f </a:t>
            </a:r>
            <a:r>
              <a:rPr lang="en-US" sz="3100" dirty="0" err="1" smtClean="0">
                <a:latin typeface="Preeti" pitchFamily="2" charset="0"/>
              </a:rPr>
              <a:t>ul</a:t>
            </a:r>
            <a:r>
              <a:rPr lang="en-US" sz="3100" dirty="0" smtClean="0">
                <a:latin typeface="Preeti" pitchFamily="2" charset="0"/>
              </a:rPr>
              <a:t>/</a:t>
            </a:r>
            <a:r>
              <a:rPr lang="en-US" sz="3100" dirty="0" err="1" smtClean="0">
                <a:latin typeface="Preeti" pitchFamily="2" charset="0"/>
              </a:rPr>
              <a:t>Psf</a:t>
            </a:r>
            <a:r>
              <a:rPr lang="en-US" sz="3100" dirty="0" smtClean="0">
                <a:latin typeface="Preeti" pitchFamily="2" charset="0"/>
              </a:rPr>
              <a:t>]</a:t>
            </a:r>
            <a:r>
              <a:rPr lang="en-US" sz="3100" dirty="0" smtClean="0"/>
              <a:t> </a:t>
            </a:r>
            <a:r>
              <a:rPr lang="en-US" sz="3100" dirty="0" smtClean="0">
                <a:latin typeface="Preeti" pitchFamily="2" charset="0"/>
              </a:rPr>
              <a:t>3/</a:t>
            </a:r>
            <a:r>
              <a:rPr lang="en-US" sz="3100" dirty="0" err="1" smtClean="0">
                <a:latin typeface="Preeti" pitchFamily="2" charset="0"/>
              </a:rPr>
              <a:t>sf</a:t>
            </a:r>
            <a:r>
              <a:rPr lang="en-US" sz="3100" dirty="0" smtClean="0">
                <a:latin typeface="Preeti" pitchFamily="2" charset="0"/>
              </a:rPr>
              <a:t>] </a:t>
            </a:r>
            <a:r>
              <a:rPr lang="en-US" sz="3100" dirty="0" err="1" smtClean="0">
                <a:latin typeface="Preeti" pitchFamily="2" charset="0"/>
              </a:rPr>
              <a:t>cjnf</a:t>
            </a:r>
            <a:r>
              <a:rPr lang="en-US" sz="3100" dirty="0" smtClean="0">
                <a:latin typeface="Preeti" pitchFamily="2" charset="0"/>
              </a:rPr>
              <a:t>]</a:t>
            </a:r>
            <a:r>
              <a:rPr lang="en-US" sz="3100" dirty="0" err="1" smtClean="0">
                <a:latin typeface="Preeti" pitchFamily="2" charset="0"/>
              </a:rPr>
              <a:t>sg</a:t>
            </a:r>
            <a:r>
              <a:rPr lang="en-US" sz="3100" dirty="0" smtClean="0">
                <a:latin typeface="Preeti" pitchFamily="2" charset="0"/>
              </a:rPr>
              <a:t> </a:t>
            </a:r>
            <a:r>
              <a:rPr lang="en-US" sz="3100" dirty="0" err="1" smtClean="0">
                <a:latin typeface="Preeti" pitchFamily="2" charset="0"/>
              </a:rPr>
              <a:t>ub</a:t>
            </a:r>
            <a:r>
              <a:rPr lang="en-US" dirty="0" smtClean="0">
                <a:latin typeface="Preeti" pitchFamily="2" charset="0"/>
              </a:rPr>
              <a:t>}{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648200"/>
            <a:ext cx="3352800" cy="9906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Preeti" pitchFamily="2" charset="0"/>
              </a:rPr>
              <a:t>a]</a:t>
            </a:r>
            <a:r>
              <a:rPr lang="en-US" dirty="0" err="1" smtClean="0">
                <a:latin typeface="Preeti" pitchFamily="2" charset="0"/>
              </a:rPr>
              <a:t>nfotsf</a:t>
            </a:r>
            <a:r>
              <a:rPr lang="en-US" dirty="0" smtClean="0">
                <a:latin typeface="Preeti" pitchFamily="2" charset="0"/>
              </a:rPr>
              <a:t> /</a:t>
            </a:r>
            <a:r>
              <a:rPr lang="en-US" dirty="0" err="1" smtClean="0">
                <a:latin typeface="Preeti" pitchFamily="2" charset="0"/>
              </a:rPr>
              <a:t>fhb't</a:t>
            </a:r>
            <a:r>
              <a:rPr lang="en-US" dirty="0" smtClean="0">
                <a:latin typeface="Preeti" pitchFamily="2" charset="0"/>
              </a:rPr>
              <a:t>  </a:t>
            </a:r>
            <a:r>
              <a:rPr lang="en-US" dirty="0" err="1" smtClean="0">
                <a:latin typeface="Preeti" pitchFamily="2" charset="0"/>
              </a:rPr>
              <a:t>sfo</a:t>
            </a:r>
            <a:r>
              <a:rPr lang="en-US" dirty="0" smtClean="0">
                <a:latin typeface="Preeti" pitchFamily="2" charset="0"/>
              </a:rPr>
              <a:t>{</a:t>
            </a:r>
            <a:r>
              <a:rPr lang="en-US" dirty="0" err="1" smtClean="0">
                <a:latin typeface="Preeti" pitchFamily="2" charset="0"/>
              </a:rPr>
              <a:t>qmdsf</a:t>
            </a:r>
            <a:r>
              <a:rPr lang="en-US" dirty="0" smtClean="0">
                <a:latin typeface="Preeti" pitchFamily="2" charset="0"/>
              </a:rPr>
              <a:t>] </a:t>
            </a:r>
            <a:r>
              <a:rPr lang="en-US" dirty="0" err="1" smtClean="0">
                <a:latin typeface="Preeti" pitchFamily="2" charset="0"/>
              </a:rPr>
              <a:t>cgu'dg</a:t>
            </a:r>
            <a:r>
              <a:rPr lang="en-US" dirty="0" smtClean="0">
                <a:latin typeface="Preeti" pitchFamily="2" charset="0"/>
              </a:rPr>
              <a:t> </a:t>
            </a:r>
            <a:r>
              <a:rPr lang="en-US" dirty="0" err="1" smtClean="0">
                <a:latin typeface="Preeti" pitchFamily="2" charset="0"/>
              </a:rPr>
              <a:t>ub</a:t>
            </a:r>
            <a:r>
              <a:rPr lang="en-US" dirty="0" smtClean="0">
                <a:latin typeface="Preeti" pitchFamily="2" charset="0"/>
              </a:rPr>
              <a:t>}{</a:t>
            </a:r>
            <a:endParaRPr lang="en-US" dirty="0">
              <a:latin typeface="Preeti" pitchFamily="2" charset="0"/>
            </a:endParaRPr>
          </a:p>
        </p:txBody>
      </p:sp>
      <p:pic>
        <p:nvPicPr>
          <p:cNvPr id="2050" name="Picture 2" descr="C:\Users\neo\Desktop\photo\photo frm didi mbl\20170814_10421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49305"/>
            <a:ext cx="5410200" cy="3684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C:\Users\neo\Desktop\29750248_1738888429504102_1874404460_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7106" y="3635330"/>
            <a:ext cx="4296893" cy="3222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2883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228600"/>
            <a:ext cx="3733800" cy="1472184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Preeti" pitchFamily="2" charset="0"/>
                <a:cs typeface="Times New Roman" panose="02020603050405020304" pitchFamily="18" charset="0"/>
              </a:rPr>
              <a:t>;/sf/L </a:t>
            </a:r>
            <a:r>
              <a:rPr lang="en-US" sz="2800" dirty="0" err="1" smtClean="0">
                <a:latin typeface="Preeti" pitchFamily="2" charset="0"/>
                <a:cs typeface="Times New Roman" panose="02020603050405020304" pitchFamily="18" charset="0"/>
              </a:rPr>
              <a:t>lgsfosf</a:t>
            </a:r>
            <a:r>
              <a:rPr lang="en-US" sz="2800" dirty="0" smtClean="0">
                <a:latin typeface="Preeti" pitchFamily="2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Preeti" pitchFamily="2" charset="0"/>
                <a:cs typeface="Times New Roman" panose="02020603050405020304" pitchFamily="18" charset="0"/>
              </a:rPr>
              <a:t>k|ltgLlwx</a:t>
            </a:r>
            <a:r>
              <a:rPr lang="en-US" sz="2800" dirty="0" smtClean="0">
                <a:latin typeface="Preeti" pitchFamily="2" charset="0"/>
                <a:cs typeface="Times New Roman" panose="02020603050405020304" pitchFamily="18" charset="0"/>
              </a:rPr>
              <a:t>? 9'</a:t>
            </a:r>
            <a:r>
              <a:rPr lang="en-US" sz="2800" dirty="0" smtClean="0">
                <a:latin typeface="Preeti"/>
                <a:cs typeface="Times New Roman" panose="02020603050405020304" pitchFamily="18" charset="0"/>
              </a:rPr>
              <a:t>Ëf sf6\g] </a:t>
            </a:r>
            <a:r>
              <a:rPr lang="en-US" sz="2800" dirty="0" err="1" smtClean="0">
                <a:latin typeface="Preeti"/>
                <a:cs typeface="Times New Roman" panose="02020603050405020304" pitchFamily="18" charset="0"/>
              </a:rPr>
              <a:t>ld;Lgsf</a:t>
            </a:r>
            <a:r>
              <a:rPr lang="en-US" sz="2800" dirty="0" smtClean="0">
                <a:latin typeface="Preeti"/>
                <a:cs typeface="Times New Roman" panose="02020603050405020304" pitchFamily="18" charset="0"/>
              </a:rPr>
              <a:t>] </a:t>
            </a:r>
            <a:r>
              <a:rPr lang="en-US" sz="2800" dirty="0" err="1" smtClean="0">
                <a:latin typeface="Preeti"/>
                <a:cs typeface="Times New Roman" panose="02020603050405020304" pitchFamily="18" charset="0"/>
              </a:rPr>
              <a:t>canf</a:t>
            </a:r>
            <a:r>
              <a:rPr lang="en-US" sz="2800" dirty="0" smtClean="0">
                <a:latin typeface="Preeti"/>
                <a:cs typeface="Times New Roman" panose="02020603050405020304" pitchFamily="18" charset="0"/>
              </a:rPr>
              <a:t>]sg </a:t>
            </a:r>
            <a:r>
              <a:rPr lang="en-US" sz="2800" dirty="0" err="1" smtClean="0">
                <a:latin typeface="Preeti"/>
                <a:cs typeface="Times New Roman" panose="02020603050405020304" pitchFamily="18" charset="0"/>
              </a:rPr>
              <a:t>ub</a:t>
            </a:r>
            <a:r>
              <a:rPr lang="en-US" sz="2800" dirty="0" smtClean="0">
                <a:latin typeface="Preeti"/>
                <a:cs typeface="Times New Roman" panose="02020603050405020304" pitchFamily="18" charset="0"/>
              </a:rPr>
              <a:t>}{</a:t>
            </a:r>
            <a:endParaRPr lang="en-US" sz="2800" dirty="0">
              <a:latin typeface="Preeti" pitchFamily="2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https://scontent.fktm5-1.fna.fbcdn.net/v/t34.0-12/29855219_1891431840908395_1064465951_n.jpg?_nc_cat=0&amp;oh=40158303296fdd16ba4916775ad1f614&amp;oe=5AC3139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71450"/>
            <a:ext cx="4038600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5" name="Picture 3" descr="C:\Users\neo\Desktop\29750533_1890464867671759_1332593261_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200400"/>
            <a:ext cx="4572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562600" y="3429000"/>
            <a:ext cx="2971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Preeti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Preeti"/>
                <a:cs typeface="Times New Roman" panose="02020603050405020304" pitchFamily="18" charset="0"/>
              </a:rPr>
              <a:t>&gt;f]t </a:t>
            </a:r>
            <a:r>
              <a:rPr lang="en-US" sz="3200" dirty="0" err="1" smtClean="0">
                <a:latin typeface="Preeti"/>
                <a:cs typeface="Times New Roman" panose="02020603050405020304" pitchFamily="18" charset="0"/>
              </a:rPr>
              <a:t>AoflQx</a:t>
            </a:r>
            <a:r>
              <a:rPr lang="en-US" sz="3200" dirty="0" smtClean="0">
                <a:latin typeface="Preeti"/>
                <a:cs typeface="Times New Roman" panose="02020603050405020304" pitchFamily="18" charset="0"/>
              </a:rPr>
              <a:t>? </a:t>
            </a:r>
            <a:r>
              <a:rPr lang="en-US" sz="3200" dirty="0" err="1" smtClean="0">
                <a:latin typeface="Preeti"/>
                <a:cs typeface="Times New Roman" panose="02020603050405020304" pitchFamily="18" charset="0"/>
              </a:rPr>
              <a:t>cGt</a:t>
            </a:r>
            <a:r>
              <a:rPr lang="en-US" sz="3200" dirty="0" smtClean="0">
                <a:latin typeface="Preeti"/>
                <a:cs typeface="Times New Roman" panose="02020603050405020304" pitchFamily="18" charset="0"/>
              </a:rPr>
              <a:t>/ &gt;f]</a:t>
            </a:r>
            <a:r>
              <a:rPr lang="en-US" sz="3200" dirty="0" err="1" smtClean="0">
                <a:latin typeface="Preeti"/>
                <a:cs typeface="Times New Roman" panose="02020603050405020304" pitchFamily="18" charset="0"/>
              </a:rPr>
              <a:t>ts</a:t>
            </a:r>
            <a:r>
              <a:rPr lang="en-US" sz="3200" dirty="0" smtClean="0">
                <a:latin typeface="Preeti"/>
                <a:cs typeface="Times New Roman" panose="02020603050405020304" pitchFamily="18" charset="0"/>
              </a:rPr>
              <a:t>]b| </a:t>
            </a:r>
            <a:r>
              <a:rPr lang="en-US" sz="3200" dirty="0" err="1" smtClean="0">
                <a:latin typeface="Preeti"/>
                <a:cs typeface="Times New Roman" panose="02020603050405020304" pitchFamily="18" charset="0"/>
              </a:rPr>
              <a:t>cjnf</a:t>
            </a:r>
            <a:r>
              <a:rPr lang="en-US" sz="3200" dirty="0" smtClean="0">
                <a:latin typeface="Preeti"/>
                <a:cs typeface="Times New Roman" panose="02020603050405020304" pitchFamily="18" charset="0"/>
              </a:rPr>
              <a:t>]sg  </a:t>
            </a:r>
            <a:r>
              <a:rPr lang="en-US" sz="3200" dirty="0" err="1" smtClean="0">
                <a:latin typeface="Preeti"/>
                <a:cs typeface="Times New Roman" panose="02020603050405020304" pitchFamily="18" charset="0"/>
              </a:rPr>
              <a:t>ub</a:t>
            </a:r>
            <a:r>
              <a:rPr lang="en-US" sz="3200" smtClean="0">
                <a:latin typeface="Preeti"/>
                <a:cs typeface="Times New Roman" panose="02020603050405020304" pitchFamily="18" charset="0"/>
              </a:rPr>
              <a:t>}{               </a:t>
            </a:r>
            <a:r>
              <a:rPr lang="en-US" sz="3200" dirty="0" smtClean="0">
                <a:latin typeface="Preeti"/>
                <a:cs typeface="Times New Roman" panose="02020603050405020304" pitchFamily="18" charset="0"/>
              </a:rPr>
              <a:t>}{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45006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2560" y="2438400"/>
            <a:ext cx="7406640" cy="1752600"/>
          </a:xfrm>
        </p:spPr>
        <p:txBody>
          <a:bodyPr>
            <a:noAutofit/>
          </a:bodyPr>
          <a:lstStyle/>
          <a:p>
            <a:r>
              <a:rPr lang="en-US" sz="9600" dirty="0" smtClean="0">
                <a:latin typeface="Preeti" pitchFamily="2" charset="0"/>
              </a:rPr>
              <a:t>     </a:t>
            </a:r>
            <a:r>
              <a:rPr lang="en-US" sz="9600" dirty="0" err="1" smtClean="0">
                <a:latin typeface="Preeti" pitchFamily="2" charset="0"/>
              </a:rPr>
              <a:t>wGojfb</a:t>
            </a:r>
            <a:endParaRPr lang="en-US" sz="9600" dirty="0">
              <a:latin typeface="Preet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75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3517</TotalTime>
  <Words>978</Words>
  <Application>Microsoft Office PowerPoint</Application>
  <PresentationFormat>On-screen Show (4:3)</PresentationFormat>
  <Paragraphs>415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Solstice</vt:lpstr>
      <vt:lpstr>Strengthening Supply Chain of Construction Materials in Earthquake Affected Districts, Rasuwa</vt:lpstr>
      <vt:lpstr>Project Area </vt:lpstr>
      <vt:lpstr>Major activities and output</vt:lpstr>
      <vt:lpstr>Status of Demand Aggregation</vt:lpstr>
      <vt:lpstr>Demand Aggregation</vt:lpstr>
      <vt:lpstr>Center ware house-1 Ware house in RC-7   </vt:lpstr>
      <vt:lpstr>  Enterprise Development                 (CSEB)</vt:lpstr>
      <vt:lpstr> – </vt:lpstr>
      <vt:lpstr>Enterprise Development         (Stone cutting)</vt:lpstr>
      <vt:lpstr>Glimpse of  stone cutting  enterprise</vt:lpstr>
      <vt:lpstr>Enterprise Development (Timber treatment)</vt:lpstr>
      <vt:lpstr>Glimpse of timber treatment plant  </vt:lpstr>
      <vt:lpstr>Enterprise Development (Status Aggregate producing group)</vt:lpstr>
      <vt:lpstr>Glimpse of aggregate producing group</vt:lpstr>
      <vt:lpstr>Enterprise Development Status of mini crusher </vt:lpstr>
      <vt:lpstr>Enterprise Development </vt:lpstr>
      <vt:lpstr>            ;kmntfsf] syf</vt:lpstr>
      <vt:lpstr> r'gf}lt / ;dfwfg</vt:lpstr>
      <vt:lpstr>                                           </vt:lpstr>
      <vt:lpstr>                                                        ;/sfl/ lgsfo tyf hgk|ltlgwL                                                                                                                           ;                                                                     ;+u k'g lgdf{0f sf laifodf 5nkmn </vt:lpstr>
      <vt:lpstr>CSEB k|of]u ul/ lgdf{0f ul/Psf] 3/sf] cjnf]sg ub}{</vt:lpstr>
      <vt:lpstr>;/sf/L lgsfosf k|ltgLlwx? 9'Ëf sf6\g] ld;Lgsf] canf]sg ub}{</vt:lpstr>
      <vt:lpstr>     wGojfb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k'gM lgdf{0fsf nflu lgdf{0f ;fdflu|x?sf] cfk'lt{ &gt;[ªvnf ;jnLs/0f kl/of]hgf</dc:title>
  <dc:creator>Ghanendra</dc:creator>
  <cp:lastModifiedBy>neo</cp:lastModifiedBy>
  <cp:revision>341</cp:revision>
  <dcterms:created xsi:type="dcterms:W3CDTF">2006-08-16T00:00:00Z</dcterms:created>
  <dcterms:modified xsi:type="dcterms:W3CDTF">2018-04-18T08:07:01Z</dcterms:modified>
</cp:coreProperties>
</file>